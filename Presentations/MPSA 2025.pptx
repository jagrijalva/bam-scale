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2"/>
  </p:notesMasterIdLst>
  <p:sldIdLst>
    <p:sldId id="258" r:id="rId2"/>
    <p:sldId id="263" r:id="rId3"/>
    <p:sldId id="267" r:id="rId4"/>
    <p:sldId id="272" r:id="rId5"/>
    <p:sldId id="270" r:id="rId6"/>
    <p:sldId id="260" r:id="rId7"/>
    <p:sldId id="271" r:id="rId8"/>
    <p:sldId id="273" r:id="rId9"/>
    <p:sldId id="264" r:id="rId10"/>
    <p:sldId id="266" r:id="rId11"/>
  </p:sldIdLst>
  <p:sldSz cx="9144000" cy="51482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8C54B159-B035-F349-A99F-8279B5CC31D7}">
          <p14:sldIdLst>
            <p14:sldId id="258"/>
            <p14:sldId id="263"/>
            <p14:sldId id="267"/>
            <p14:sldId id="272"/>
            <p14:sldId id="270"/>
            <p14:sldId id="260"/>
            <p14:sldId id="271"/>
            <p14:sldId id="273"/>
            <p14:sldId id="264"/>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243"/>
    <p:restoredTop sz="94621"/>
  </p:normalViewPr>
  <p:slideViewPr>
    <p:cSldViewPr snapToGrid="0">
      <p:cViewPr varScale="1">
        <p:scale>
          <a:sx n="88" d="100"/>
          <a:sy n="88" d="100"/>
        </p:scale>
        <p:origin x="184" y="20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8B1619-C10A-F247-BC3D-AAF1DA1B9ACC}" type="datetimeFigureOut">
              <a:rPr lang="en-US" smtClean="0"/>
              <a:t>3/31/25</a:t>
            </a:fld>
            <a:endParaRPr lang="en-US"/>
          </a:p>
        </p:txBody>
      </p:sp>
      <p:sp>
        <p:nvSpPr>
          <p:cNvPr id="4" name="Slide Image Placeholder 3"/>
          <p:cNvSpPr>
            <a:spLocks noGrp="1" noRot="1" noChangeAspect="1"/>
          </p:cNvSpPr>
          <p:nvPr>
            <p:ph type="sldImg" idx="2"/>
          </p:nvPr>
        </p:nvSpPr>
        <p:spPr>
          <a:xfrm>
            <a:off x="688975" y="1143000"/>
            <a:ext cx="54800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B5B027-F94C-A240-BA32-B586B9A89E6B}" type="slidenum">
              <a:rPr lang="en-US" smtClean="0"/>
              <a:t>‹#›</a:t>
            </a:fld>
            <a:endParaRPr lang="en-US"/>
          </a:p>
        </p:txBody>
      </p:sp>
    </p:spTree>
    <p:extLst>
      <p:ext uri="{BB962C8B-B14F-4D97-AF65-F5344CB8AC3E}">
        <p14:creationId xmlns:p14="http://schemas.microsoft.com/office/powerpoint/2010/main" val="283905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B5B027-F94C-A240-BA32-B586B9A89E6B}" type="slidenum">
              <a:rPr lang="en-US" smtClean="0"/>
              <a:t>2</a:t>
            </a:fld>
            <a:endParaRPr lang="en-US"/>
          </a:p>
        </p:txBody>
      </p:sp>
    </p:spTree>
    <p:extLst>
      <p:ext uri="{BB962C8B-B14F-4D97-AF65-F5344CB8AC3E}">
        <p14:creationId xmlns:p14="http://schemas.microsoft.com/office/powerpoint/2010/main" val="3099552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8865A-AE30-05B3-7E81-124FC18103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A7948-51D5-C2D4-88FD-80D5FC60AB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81B9C1-9494-3D33-4CC8-16BCDB75AD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17ABA0-B072-6538-052D-4F2D687E11D2}"/>
              </a:ext>
            </a:extLst>
          </p:cNvPr>
          <p:cNvSpPr>
            <a:spLocks noGrp="1"/>
          </p:cNvSpPr>
          <p:nvPr>
            <p:ph type="sldNum" sz="quarter" idx="5"/>
          </p:nvPr>
        </p:nvSpPr>
        <p:spPr/>
        <p:txBody>
          <a:bodyPr/>
          <a:lstStyle/>
          <a:p>
            <a:fld id="{D5B5B027-F94C-A240-BA32-B586B9A89E6B}" type="slidenum">
              <a:rPr lang="en-US" smtClean="0"/>
              <a:t>4</a:t>
            </a:fld>
            <a:endParaRPr lang="en-US"/>
          </a:p>
        </p:txBody>
      </p:sp>
    </p:spTree>
    <p:extLst>
      <p:ext uri="{BB962C8B-B14F-4D97-AF65-F5344CB8AC3E}">
        <p14:creationId xmlns:p14="http://schemas.microsoft.com/office/powerpoint/2010/main" val="30332421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B1988-0D7D-97BB-FCF6-66DC9FEC42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B9675A-F008-7C2C-9E47-7BBDA0A087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B80CBF-50CB-8F2A-87CE-0638EC65BA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510CDD-8AB2-DA04-5A26-5F3019D4CBCA}"/>
              </a:ext>
            </a:extLst>
          </p:cNvPr>
          <p:cNvSpPr>
            <a:spLocks noGrp="1"/>
          </p:cNvSpPr>
          <p:nvPr>
            <p:ph type="sldNum" sz="quarter" idx="5"/>
          </p:nvPr>
        </p:nvSpPr>
        <p:spPr/>
        <p:txBody>
          <a:bodyPr/>
          <a:lstStyle/>
          <a:p>
            <a:fld id="{D5B5B027-F94C-A240-BA32-B586B9A89E6B}" type="slidenum">
              <a:rPr lang="en-US" smtClean="0"/>
              <a:t>5</a:t>
            </a:fld>
            <a:endParaRPr lang="en-US"/>
          </a:p>
        </p:txBody>
      </p:sp>
    </p:spTree>
    <p:extLst>
      <p:ext uri="{BB962C8B-B14F-4D97-AF65-F5344CB8AC3E}">
        <p14:creationId xmlns:p14="http://schemas.microsoft.com/office/powerpoint/2010/main" val="24212711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A68E2-A580-27DC-6B08-2EFE3588A1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646FA3-D7B3-53BD-0470-F17477496B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84011-C364-7701-5BF4-9AFED95ED9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B8C060-9DC9-A698-7CC2-5DA3E0EAAF61}"/>
              </a:ext>
            </a:extLst>
          </p:cNvPr>
          <p:cNvSpPr>
            <a:spLocks noGrp="1"/>
          </p:cNvSpPr>
          <p:nvPr>
            <p:ph type="sldNum" sz="quarter" idx="5"/>
          </p:nvPr>
        </p:nvSpPr>
        <p:spPr/>
        <p:txBody>
          <a:bodyPr/>
          <a:lstStyle/>
          <a:p>
            <a:fld id="{D5B5B027-F94C-A240-BA32-B586B9A89E6B}" type="slidenum">
              <a:rPr lang="en-US" smtClean="0"/>
              <a:t>7</a:t>
            </a:fld>
            <a:endParaRPr lang="en-US"/>
          </a:p>
        </p:txBody>
      </p:sp>
    </p:spTree>
    <p:extLst>
      <p:ext uri="{BB962C8B-B14F-4D97-AF65-F5344CB8AC3E}">
        <p14:creationId xmlns:p14="http://schemas.microsoft.com/office/powerpoint/2010/main" val="4173917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A2650-6D13-3D08-ECE3-B78B736675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B6B9BE-1CEC-31C7-D4DE-6F1B1695DF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2FA2B9-12AE-F99D-D07E-CF35424967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EC9827-126B-0DFD-949B-2B70A950D228}"/>
              </a:ext>
            </a:extLst>
          </p:cNvPr>
          <p:cNvSpPr>
            <a:spLocks noGrp="1"/>
          </p:cNvSpPr>
          <p:nvPr>
            <p:ph type="sldNum" sz="quarter" idx="5"/>
          </p:nvPr>
        </p:nvSpPr>
        <p:spPr/>
        <p:txBody>
          <a:bodyPr/>
          <a:lstStyle/>
          <a:p>
            <a:fld id="{D5B5B027-F94C-A240-BA32-B586B9A89E6B}" type="slidenum">
              <a:rPr lang="en-US" smtClean="0"/>
              <a:t>8</a:t>
            </a:fld>
            <a:endParaRPr lang="en-US"/>
          </a:p>
        </p:txBody>
      </p:sp>
    </p:spTree>
    <p:extLst>
      <p:ext uri="{BB962C8B-B14F-4D97-AF65-F5344CB8AC3E}">
        <p14:creationId xmlns:p14="http://schemas.microsoft.com/office/powerpoint/2010/main" val="31791488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Google Shape;10;p2">
            <a:extLst>
              <a:ext uri="{FF2B5EF4-FFF2-40B4-BE49-F238E27FC236}">
                <a16:creationId xmlns:a16="http://schemas.microsoft.com/office/drawing/2014/main" id="{53F233AC-0510-266D-FCFF-ED178091ACEF}"/>
              </a:ext>
            </a:extLst>
          </p:cNvPr>
          <p:cNvSpPr txBox="1">
            <a:spLocks noGrp="1"/>
          </p:cNvSpPr>
          <p:nvPr>
            <p:ph type="ctrTitle"/>
          </p:nvPr>
        </p:nvSpPr>
        <p:spPr>
          <a:xfrm>
            <a:off x="1119750" y="1542900"/>
            <a:ext cx="6904500" cy="2461500"/>
          </a:xfrm>
          <a:prstGeom prst="rect">
            <a:avLst/>
          </a:prstGeom>
        </p:spPr>
        <p:txBody>
          <a:bodyPr spcFirstLastPara="1" wrap="square" lIns="91425" tIns="91425" rIns="91425" bIns="91425" anchor="t" anchorCtr="0">
            <a:normAutofit/>
          </a:bodyPr>
          <a:lstStyle>
            <a:lvl1pPr lvl="0" algn="ctr">
              <a:spcBef>
                <a:spcPts val="0"/>
              </a:spcBef>
              <a:spcAft>
                <a:spcPts val="0"/>
              </a:spcAft>
              <a:buClr>
                <a:schemeClr val="lt1"/>
              </a:buClr>
              <a:buSzPts val="6200"/>
              <a:buFont typeface="Georgia"/>
              <a:buNone/>
              <a:defRPr sz="6200">
                <a:solidFill>
                  <a:schemeClr val="lt1"/>
                </a:solidFill>
                <a:latin typeface="Georgia"/>
                <a:ea typeface="Georgia"/>
                <a:cs typeface="Georgia"/>
                <a:sym typeface="Georgia"/>
              </a:defRPr>
            </a:lvl1pPr>
            <a:lvl2pPr lvl="1" algn="ctr">
              <a:spcBef>
                <a:spcPts val="0"/>
              </a:spcBef>
              <a:spcAft>
                <a:spcPts val="0"/>
              </a:spcAft>
              <a:buSzPts val="6200"/>
              <a:buFont typeface="Georgia"/>
              <a:buNone/>
              <a:defRPr sz="6200">
                <a:latin typeface="Georgia"/>
                <a:ea typeface="Georgia"/>
                <a:cs typeface="Georgia"/>
                <a:sym typeface="Georgia"/>
              </a:defRPr>
            </a:lvl2pPr>
            <a:lvl3pPr lvl="2" algn="ctr">
              <a:spcBef>
                <a:spcPts val="0"/>
              </a:spcBef>
              <a:spcAft>
                <a:spcPts val="0"/>
              </a:spcAft>
              <a:buSzPts val="6200"/>
              <a:buFont typeface="Georgia"/>
              <a:buNone/>
              <a:defRPr sz="6200">
                <a:latin typeface="Georgia"/>
                <a:ea typeface="Georgia"/>
                <a:cs typeface="Georgia"/>
                <a:sym typeface="Georgia"/>
              </a:defRPr>
            </a:lvl3pPr>
            <a:lvl4pPr lvl="3" algn="ctr">
              <a:spcBef>
                <a:spcPts val="0"/>
              </a:spcBef>
              <a:spcAft>
                <a:spcPts val="0"/>
              </a:spcAft>
              <a:buSzPts val="6200"/>
              <a:buFont typeface="Georgia"/>
              <a:buNone/>
              <a:defRPr sz="6200">
                <a:latin typeface="Georgia"/>
                <a:ea typeface="Georgia"/>
                <a:cs typeface="Georgia"/>
                <a:sym typeface="Georgia"/>
              </a:defRPr>
            </a:lvl4pPr>
            <a:lvl5pPr lvl="4" algn="ctr">
              <a:spcBef>
                <a:spcPts val="0"/>
              </a:spcBef>
              <a:spcAft>
                <a:spcPts val="0"/>
              </a:spcAft>
              <a:buSzPts val="6200"/>
              <a:buFont typeface="Georgia"/>
              <a:buNone/>
              <a:defRPr sz="6200">
                <a:latin typeface="Georgia"/>
                <a:ea typeface="Georgia"/>
                <a:cs typeface="Georgia"/>
                <a:sym typeface="Georgia"/>
              </a:defRPr>
            </a:lvl5pPr>
            <a:lvl6pPr lvl="5" algn="ctr">
              <a:spcBef>
                <a:spcPts val="0"/>
              </a:spcBef>
              <a:spcAft>
                <a:spcPts val="0"/>
              </a:spcAft>
              <a:buSzPts val="6200"/>
              <a:buFont typeface="Georgia"/>
              <a:buNone/>
              <a:defRPr sz="6200">
                <a:latin typeface="Georgia"/>
                <a:ea typeface="Georgia"/>
                <a:cs typeface="Georgia"/>
                <a:sym typeface="Georgia"/>
              </a:defRPr>
            </a:lvl6pPr>
            <a:lvl7pPr lvl="6" algn="ctr">
              <a:spcBef>
                <a:spcPts val="0"/>
              </a:spcBef>
              <a:spcAft>
                <a:spcPts val="0"/>
              </a:spcAft>
              <a:buSzPts val="6200"/>
              <a:buFont typeface="Georgia"/>
              <a:buNone/>
              <a:defRPr sz="6200">
                <a:latin typeface="Georgia"/>
                <a:ea typeface="Georgia"/>
                <a:cs typeface="Georgia"/>
                <a:sym typeface="Georgia"/>
              </a:defRPr>
            </a:lvl7pPr>
            <a:lvl8pPr lvl="7" algn="ctr">
              <a:spcBef>
                <a:spcPts val="0"/>
              </a:spcBef>
              <a:spcAft>
                <a:spcPts val="0"/>
              </a:spcAft>
              <a:buSzPts val="6200"/>
              <a:buFont typeface="Georgia"/>
              <a:buNone/>
              <a:defRPr sz="6200">
                <a:latin typeface="Georgia"/>
                <a:ea typeface="Georgia"/>
                <a:cs typeface="Georgia"/>
                <a:sym typeface="Georgia"/>
              </a:defRPr>
            </a:lvl8pPr>
            <a:lvl9pPr lvl="8" algn="ctr">
              <a:spcBef>
                <a:spcPts val="0"/>
              </a:spcBef>
              <a:spcAft>
                <a:spcPts val="0"/>
              </a:spcAft>
              <a:buSzPts val="6200"/>
              <a:buFont typeface="Georgia"/>
              <a:buNone/>
              <a:defRPr sz="6200">
                <a:latin typeface="Georgia"/>
                <a:ea typeface="Georgia"/>
                <a:cs typeface="Georgia"/>
                <a:sym typeface="Georgia"/>
              </a:defRPr>
            </a:lvl9pPr>
          </a:lstStyle>
          <a:p>
            <a:endParaRPr dirty="0"/>
          </a:p>
        </p:txBody>
      </p:sp>
      <p:sp>
        <p:nvSpPr>
          <p:cNvPr id="8" name="Google Shape;11;p2">
            <a:extLst>
              <a:ext uri="{FF2B5EF4-FFF2-40B4-BE49-F238E27FC236}">
                <a16:creationId xmlns:a16="http://schemas.microsoft.com/office/drawing/2014/main" id="{EBA9A701-A8A7-7A94-C42F-AFF86B24D474}"/>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9" name="Google Shape;12;p2">
            <a:extLst>
              <a:ext uri="{FF2B5EF4-FFF2-40B4-BE49-F238E27FC236}">
                <a16:creationId xmlns:a16="http://schemas.microsoft.com/office/drawing/2014/main" id="{406771D0-11A3-EF17-C573-EE63C1744858}"/>
              </a:ext>
            </a:extLst>
          </p:cNvPr>
          <p:cNvPicPr preferRelativeResize="0"/>
          <p:nvPr userDrawn="1"/>
        </p:nvPicPr>
        <p:blipFill>
          <a:blip r:embed="rId3">
            <a:alphaModFix/>
          </a:blip>
          <a:stretch>
            <a:fillRect/>
          </a:stretch>
        </p:blipFill>
        <p:spPr>
          <a:xfrm>
            <a:off x="3539975" y="3517275"/>
            <a:ext cx="2064040" cy="841100"/>
          </a:xfrm>
          <a:prstGeom prst="rect">
            <a:avLst/>
          </a:prstGeom>
          <a:noFill/>
          <a:ln>
            <a:noFill/>
          </a:ln>
        </p:spPr>
      </p:pic>
    </p:spTree>
    <p:extLst>
      <p:ext uri="{BB962C8B-B14F-4D97-AF65-F5344CB8AC3E}">
        <p14:creationId xmlns:p14="http://schemas.microsoft.com/office/powerpoint/2010/main" val="2400321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Google Shape;16;p3">
            <a:extLst>
              <a:ext uri="{FF2B5EF4-FFF2-40B4-BE49-F238E27FC236}">
                <a16:creationId xmlns:a16="http://schemas.microsoft.com/office/drawing/2014/main" id="{D873DB60-2845-4283-B9B0-33688CF76713}"/>
              </a:ext>
            </a:extLst>
          </p:cNvPr>
          <p:cNvSpPr txBox="1">
            <a:spLocks noGrp="1"/>
          </p:cNvSpPr>
          <p:nvPr>
            <p:ph type="ctrTitle"/>
          </p:nvPr>
        </p:nvSpPr>
        <p:spPr>
          <a:xfrm>
            <a:off x="1038100" y="900650"/>
            <a:ext cx="4730183" cy="24615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6200"/>
              <a:buFont typeface="Georgia"/>
              <a:buNone/>
              <a:defRPr sz="6200">
                <a:solidFill>
                  <a:schemeClr val="lt1"/>
                </a:solidFill>
                <a:latin typeface="Georgia"/>
                <a:ea typeface="Georgia"/>
                <a:cs typeface="Georgia"/>
                <a:sym typeface="Georgia"/>
              </a:defRPr>
            </a:lvl1pPr>
            <a:lvl2pPr lvl="1" rtl="0">
              <a:spcBef>
                <a:spcPts val="0"/>
              </a:spcBef>
              <a:spcAft>
                <a:spcPts val="0"/>
              </a:spcAft>
              <a:buSzPts val="6200"/>
              <a:buFont typeface="Georgia"/>
              <a:buNone/>
              <a:defRPr sz="6200">
                <a:latin typeface="Georgia"/>
                <a:ea typeface="Georgia"/>
                <a:cs typeface="Georgia"/>
                <a:sym typeface="Georgia"/>
              </a:defRPr>
            </a:lvl2pPr>
            <a:lvl3pPr lvl="2" rtl="0">
              <a:spcBef>
                <a:spcPts val="0"/>
              </a:spcBef>
              <a:spcAft>
                <a:spcPts val="0"/>
              </a:spcAft>
              <a:buSzPts val="6200"/>
              <a:buFont typeface="Georgia"/>
              <a:buNone/>
              <a:defRPr sz="6200">
                <a:latin typeface="Georgia"/>
                <a:ea typeface="Georgia"/>
                <a:cs typeface="Georgia"/>
                <a:sym typeface="Georgia"/>
              </a:defRPr>
            </a:lvl3pPr>
            <a:lvl4pPr lvl="3" rtl="0">
              <a:spcBef>
                <a:spcPts val="0"/>
              </a:spcBef>
              <a:spcAft>
                <a:spcPts val="0"/>
              </a:spcAft>
              <a:buSzPts val="6200"/>
              <a:buFont typeface="Georgia"/>
              <a:buNone/>
              <a:defRPr sz="6200">
                <a:latin typeface="Georgia"/>
                <a:ea typeface="Georgia"/>
                <a:cs typeface="Georgia"/>
                <a:sym typeface="Georgia"/>
              </a:defRPr>
            </a:lvl4pPr>
            <a:lvl5pPr lvl="4" rtl="0">
              <a:spcBef>
                <a:spcPts val="0"/>
              </a:spcBef>
              <a:spcAft>
                <a:spcPts val="0"/>
              </a:spcAft>
              <a:buSzPts val="6200"/>
              <a:buFont typeface="Georgia"/>
              <a:buNone/>
              <a:defRPr sz="6200">
                <a:latin typeface="Georgia"/>
                <a:ea typeface="Georgia"/>
                <a:cs typeface="Georgia"/>
                <a:sym typeface="Georgia"/>
              </a:defRPr>
            </a:lvl5pPr>
            <a:lvl6pPr lvl="5" rtl="0">
              <a:spcBef>
                <a:spcPts val="0"/>
              </a:spcBef>
              <a:spcAft>
                <a:spcPts val="0"/>
              </a:spcAft>
              <a:buSzPts val="6200"/>
              <a:buFont typeface="Georgia"/>
              <a:buNone/>
              <a:defRPr sz="6200">
                <a:latin typeface="Georgia"/>
                <a:ea typeface="Georgia"/>
                <a:cs typeface="Georgia"/>
                <a:sym typeface="Georgia"/>
              </a:defRPr>
            </a:lvl6pPr>
            <a:lvl7pPr lvl="6" rtl="0">
              <a:spcBef>
                <a:spcPts val="0"/>
              </a:spcBef>
              <a:spcAft>
                <a:spcPts val="0"/>
              </a:spcAft>
              <a:buSzPts val="6200"/>
              <a:buFont typeface="Georgia"/>
              <a:buNone/>
              <a:defRPr sz="6200">
                <a:latin typeface="Georgia"/>
                <a:ea typeface="Georgia"/>
                <a:cs typeface="Georgia"/>
                <a:sym typeface="Georgia"/>
              </a:defRPr>
            </a:lvl7pPr>
            <a:lvl8pPr lvl="7" rtl="0">
              <a:spcBef>
                <a:spcPts val="0"/>
              </a:spcBef>
              <a:spcAft>
                <a:spcPts val="0"/>
              </a:spcAft>
              <a:buSzPts val="6200"/>
              <a:buFont typeface="Georgia"/>
              <a:buNone/>
              <a:defRPr sz="6200">
                <a:latin typeface="Georgia"/>
                <a:ea typeface="Georgia"/>
                <a:cs typeface="Georgia"/>
                <a:sym typeface="Georgia"/>
              </a:defRPr>
            </a:lvl8pPr>
            <a:lvl9pPr lvl="8" rtl="0">
              <a:spcBef>
                <a:spcPts val="0"/>
              </a:spcBef>
              <a:spcAft>
                <a:spcPts val="0"/>
              </a:spcAft>
              <a:buSzPts val="6200"/>
              <a:buFont typeface="Georgia"/>
              <a:buNone/>
              <a:defRPr sz="6200">
                <a:latin typeface="Georgia"/>
                <a:ea typeface="Georgia"/>
                <a:cs typeface="Georgia"/>
                <a:sym typeface="Georgia"/>
              </a:defRPr>
            </a:lvl9pPr>
          </a:lstStyle>
          <a:p>
            <a:endParaRPr dirty="0"/>
          </a:p>
        </p:txBody>
      </p:sp>
      <p:sp>
        <p:nvSpPr>
          <p:cNvPr id="8" name="Google Shape;17;p3">
            <a:extLst>
              <a:ext uri="{FF2B5EF4-FFF2-40B4-BE49-F238E27FC236}">
                <a16:creationId xmlns:a16="http://schemas.microsoft.com/office/drawing/2014/main" id="{74931D05-9E21-F408-1459-67459AEB3BF0}"/>
              </a:ext>
            </a:extLst>
          </p:cNvPr>
          <p:cNvSpPr txBox="1">
            <a:spLocks noGrp="1"/>
          </p:cNvSpPr>
          <p:nvPr>
            <p:ph type="subTitle" idx="1"/>
          </p:nvPr>
        </p:nvSpPr>
        <p:spPr>
          <a:xfrm>
            <a:off x="1108450" y="3444184"/>
            <a:ext cx="3910800" cy="1183800"/>
          </a:xfrm>
          <a:prstGeom prst="rect">
            <a:avLst/>
          </a:prstGeom>
        </p:spPr>
        <p:txBody>
          <a:bodyPr spcFirstLastPara="1" wrap="square" lIns="91425" tIns="91425" rIns="91425" bIns="91425" anchor="t" anchorCtr="0">
            <a:normAutofit/>
          </a:bodyPr>
          <a:lstStyle>
            <a:lvl1pPr lvl="0">
              <a:spcBef>
                <a:spcPts val="0"/>
              </a:spcBef>
              <a:spcAft>
                <a:spcPts val="0"/>
              </a:spcAft>
              <a:buClr>
                <a:schemeClr val="accent2"/>
              </a:buClr>
              <a:buSzPts val="2000"/>
              <a:buNone/>
              <a:defRPr sz="2000">
                <a:solidFill>
                  <a:schemeClr val="accent2"/>
                </a:solidFill>
              </a:defRPr>
            </a:lvl1pPr>
            <a:lvl2pPr lvl="1">
              <a:spcBef>
                <a:spcPts val="0"/>
              </a:spcBef>
              <a:spcAft>
                <a:spcPts val="0"/>
              </a:spcAft>
              <a:buClr>
                <a:schemeClr val="accent2"/>
              </a:buClr>
              <a:buSzPts val="1600"/>
              <a:buNone/>
              <a:defRPr sz="1600">
                <a:solidFill>
                  <a:schemeClr val="accent2"/>
                </a:solidFill>
              </a:defRPr>
            </a:lvl2pPr>
            <a:lvl3pPr lvl="2">
              <a:spcBef>
                <a:spcPts val="0"/>
              </a:spcBef>
              <a:spcAft>
                <a:spcPts val="0"/>
              </a:spcAft>
              <a:buClr>
                <a:schemeClr val="accent2"/>
              </a:buClr>
              <a:buSzPts val="1600"/>
              <a:buNone/>
              <a:defRPr sz="1600">
                <a:solidFill>
                  <a:schemeClr val="accent2"/>
                </a:solidFill>
              </a:defRPr>
            </a:lvl3pPr>
            <a:lvl4pPr lvl="3">
              <a:spcBef>
                <a:spcPts val="0"/>
              </a:spcBef>
              <a:spcAft>
                <a:spcPts val="0"/>
              </a:spcAft>
              <a:buClr>
                <a:schemeClr val="accent2"/>
              </a:buClr>
              <a:buSzPts val="1600"/>
              <a:buNone/>
              <a:defRPr sz="1600">
                <a:solidFill>
                  <a:schemeClr val="accent2"/>
                </a:solidFill>
              </a:defRPr>
            </a:lvl4pPr>
            <a:lvl5pPr lvl="4">
              <a:spcBef>
                <a:spcPts val="0"/>
              </a:spcBef>
              <a:spcAft>
                <a:spcPts val="0"/>
              </a:spcAft>
              <a:buClr>
                <a:schemeClr val="accent2"/>
              </a:buClr>
              <a:buSzPts val="1600"/>
              <a:buNone/>
              <a:defRPr sz="1600">
                <a:solidFill>
                  <a:schemeClr val="accent2"/>
                </a:solidFill>
              </a:defRPr>
            </a:lvl5pPr>
            <a:lvl6pPr lvl="5">
              <a:spcBef>
                <a:spcPts val="0"/>
              </a:spcBef>
              <a:spcAft>
                <a:spcPts val="0"/>
              </a:spcAft>
              <a:buClr>
                <a:schemeClr val="accent2"/>
              </a:buClr>
              <a:buSzPts val="1600"/>
              <a:buNone/>
              <a:defRPr sz="1600">
                <a:solidFill>
                  <a:schemeClr val="accent2"/>
                </a:solidFill>
              </a:defRPr>
            </a:lvl6pPr>
            <a:lvl7pPr lvl="6">
              <a:spcBef>
                <a:spcPts val="0"/>
              </a:spcBef>
              <a:spcAft>
                <a:spcPts val="0"/>
              </a:spcAft>
              <a:buClr>
                <a:schemeClr val="accent2"/>
              </a:buClr>
              <a:buSzPts val="1600"/>
              <a:buNone/>
              <a:defRPr sz="1600">
                <a:solidFill>
                  <a:schemeClr val="accent2"/>
                </a:solidFill>
              </a:defRPr>
            </a:lvl7pPr>
            <a:lvl8pPr lvl="7">
              <a:spcBef>
                <a:spcPts val="0"/>
              </a:spcBef>
              <a:spcAft>
                <a:spcPts val="0"/>
              </a:spcAft>
              <a:buClr>
                <a:schemeClr val="accent2"/>
              </a:buClr>
              <a:buSzPts val="1600"/>
              <a:buNone/>
              <a:defRPr sz="1600">
                <a:solidFill>
                  <a:schemeClr val="accent2"/>
                </a:solidFill>
              </a:defRPr>
            </a:lvl8pPr>
            <a:lvl9pPr lvl="8">
              <a:spcBef>
                <a:spcPts val="0"/>
              </a:spcBef>
              <a:spcAft>
                <a:spcPts val="0"/>
              </a:spcAft>
              <a:buClr>
                <a:schemeClr val="accent2"/>
              </a:buClr>
              <a:buSzPts val="1600"/>
              <a:buNone/>
              <a:defRPr sz="1600">
                <a:solidFill>
                  <a:schemeClr val="accent2"/>
                </a:solidFill>
              </a:defRPr>
            </a:lvl9pPr>
          </a:lstStyle>
          <a:p>
            <a:endParaRPr dirty="0"/>
          </a:p>
        </p:txBody>
      </p:sp>
    </p:spTree>
    <p:extLst>
      <p:ext uri="{BB962C8B-B14F-4D97-AF65-F5344CB8AC3E}">
        <p14:creationId xmlns:p14="http://schemas.microsoft.com/office/powerpoint/2010/main" val="2597437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Google Shape;20;p4">
            <a:extLst>
              <a:ext uri="{FF2B5EF4-FFF2-40B4-BE49-F238E27FC236}">
                <a16:creationId xmlns:a16="http://schemas.microsoft.com/office/drawing/2014/main" id="{7B8921AA-03BC-05A8-8CE2-0FCF8183B094}"/>
              </a:ext>
            </a:extLst>
          </p:cNvPr>
          <p:cNvSpPr txBox="1">
            <a:spLocks noGrp="1"/>
          </p:cNvSpPr>
          <p:nvPr>
            <p:ph type="body" idx="1"/>
          </p:nvPr>
        </p:nvSpPr>
        <p:spPr>
          <a:xfrm>
            <a:off x="4645850" y="2345700"/>
            <a:ext cx="1671900" cy="17085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Clr>
                <a:schemeClr val="dk1"/>
              </a:buClr>
              <a:buSzPts val="1600"/>
              <a:buChar char="●"/>
              <a:defRPr sz="1600">
                <a:solidFill>
                  <a:schemeClr val="dk1"/>
                </a:solidFill>
              </a:defRPr>
            </a:lvl1pPr>
            <a:lvl2pPr marL="914400" lvl="1" indent="-304800">
              <a:spcBef>
                <a:spcPts val="0"/>
              </a:spcBef>
              <a:spcAft>
                <a:spcPts val="0"/>
              </a:spcAft>
              <a:buClr>
                <a:schemeClr val="dk1"/>
              </a:buClr>
              <a:buSzPts val="1200"/>
              <a:buChar char="○"/>
              <a:defRPr sz="1200">
                <a:solidFill>
                  <a:schemeClr val="dk1"/>
                </a:solidFill>
              </a:defRPr>
            </a:lvl2pPr>
            <a:lvl3pPr marL="1371600" lvl="2" indent="-304800">
              <a:spcBef>
                <a:spcPts val="0"/>
              </a:spcBef>
              <a:spcAft>
                <a:spcPts val="0"/>
              </a:spcAft>
              <a:buClr>
                <a:schemeClr val="dk1"/>
              </a:buClr>
              <a:buSzPts val="1200"/>
              <a:buChar char="■"/>
              <a:defRPr sz="1200">
                <a:solidFill>
                  <a:schemeClr val="dk1"/>
                </a:solidFill>
              </a:defRPr>
            </a:lvl3pPr>
            <a:lvl4pPr marL="1828800" lvl="3" indent="-304800">
              <a:spcBef>
                <a:spcPts val="0"/>
              </a:spcBef>
              <a:spcAft>
                <a:spcPts val="0"/>
              </a:spcAft>
              <a:buClr>
                <a:schemeClr val="dk1"/>
              </a:buClr>
              <a:buSzPts val="1200"/>
              <a:buChar char="●"/>
              <a:defRPr sz="1200">
                <a:solidFill>
                  <a:schemeClr val="dk1"/>
                </a:solidFill>
              </a:defRPr>
            </a:lvl4pPr>
            <a:lvl5pPr marL="2286000" lvl="4" indent="-304800">
              <a:spcBef>
                <a:spcPts val="0"/>
              </a:spcBef>
              <a:spcAft>
                <a:spcPts val="0"/>
              </a:spcAft>
              <a:buClr>
                <a:schemeClr val="dk1"/>
              </a:buClr>
              <a:buSzPts val="1200"/>
              <a:buChar char="○"/>
              <a:defRPr sz="1200">
                <a:solidFill>
                  <a:schemeClr val="dk1"/>
                </a:solidFill>
              </a:defRPr>
            </a:lvl5pPr>
            <a:lvl6pPr marL="2743200" lvl="5" indent="-304800">
              <a:spcBef>
                <a:spcPts val="0"/>
              </a:spcBef>
              <a:spcAft>
                <a:spcPts val="0"/>
              </a:spcAft>
              <a:buClr>
                <a:schemeClr val="dk1"/>
              </a:buClr>
              <a:buSzPts val="1200"/>
              <a:buChar char="■"/>
              <a:defRPr sz="1200">
                <a:solidFill>
                  <a:schemeClr val="dk1"/>
                </a:solidFill>
              </a:defRPr>
            </a:lvl6pPr>
            <a:lvl7pPr marL="3200400" lvl="6" indent="-304800">
              <a:spcBef>
                <a:spcPts val="0"/>
              </a:spcBef>
              <a:spcAft>
                <a:spcPts val="0"/>
              </a:spcAft>
              <a:buClr>
                <a:schemeClr val="dk1"/>
              </a:buClr>
              <a:buSzPts val="1200"/>
              <a:buChar char="●"/>
              <a:defRPr sz="1200">
                <a:solidFill>
                  <a:schemeClr val="dk1"/>
                </a:solidFill>
              </a:defRPr>
            </a:lvl7pPr>
            <a:lvl8pPr marL="3657600" lvl="7" indent="-304800">
              <a:spcBef>
                <a:spcPts val="0"/>
              </a:spcBef>
              <a:spcAft>
                <a:spcPts val="0"/>
              </a:spcAft>
              <a:buClr>
                <a:schemeClr val="dk1"/>
              </a:buClr>
              <a:buSzPts val="1200"/>
              <a:buChar char="○"/>
              <a:defRPr sz="1200">
                <a:solidFill>
                  <a:schemeClr val="dk1"/>
                </a:solidFill>
              </a:defRPr>
            </a:lvl8pPr>
            <a:lvl9pPr marL="4114800" lvl="8" indent="-304800">
              <a:spcBef>
                <a:spcPts val="0"/>
              </a:spcBef>
              <a:spcAft>
                <a:spcPts val="0"/>
              </a:spcAft>
              <a:buClr>
                <a:schemeClr val="dk1"/>
              </a:buClr>
              <a:buSzPts val="1200"/>
              <a:buChar char="■"/>
              <a:defRPr sz="1200">
                <a:solidFill>
                  <a:schemeClr val="dk1"/>
                </a:solidFill>
              </a:defRPr>
            </a:lvl9pPr>
          </a:lstStyle>
          <a:p>
            <a:endParaRPr/>
          </a:p>
        </p:txBody>
      </p:sp>
      <p:sp>
        <p:nvSpPr>
          <p:cNvPr id="8" name="Google Shape;21;p4">
            <a:extLst>
              <a:ext uri="{FF2B5EF4-FFF2-40B4-BE49-F238E27FC236}">
                <a16:creationId xmlns:a16="http://schemas.microsoft.com/office/drawing/2014/main" id="{27E39A30-1A52-CABC-F51D-19833C97CC06}"/>
              </a:ext>
            </a:extLst>
          </p:cNvPr>
          <p:cNvSpPr txBox="1">
            <a:spLocks noGrp="1"/>
          </p:cNvSpPr>
          <p:nvPr>
            <p:ph type="body" idx="2"/>
          </p:nvPr>
        </p:nvSpPr>
        <p:spPr>
          <a:xfrm>
            <a:off x="6317750" y="2345700"/>
            <a:ext cx="1671900" cy="1708500"/>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Clr>
                <a:schemeClr val="dk1"/>
              </a:buClr>
              <a:buSzPts val="1600"/>
              <a:buChar char="●"/>
              <a:defRPr sz="1600">
                <a:solidFill>
                  <a:schemeClr val="dk1"/>
                </a:solidFill>
              </a:defRPr>
            </a:lvl1pPr>
            <a:lvl2pPr marL="914400" lvl="1" indent="-304800" rtl="0">
              <a:spcBef>
                <a:spcPts val="0"/>
              </a:spcBef>
              <a:spcAft>
                <a:spcPts val="0"/>
              </a:spcAft>
              <a:buClr>
                <a:schemeClr val="dk1"/>
              </a:buClr>
              <a:buSzPts val="1200"/>
              <a:buChar char="○"/>
              <a:defRPr sz="1200">
                <a:solidFill>
                  <a:schemeClr val="dk1"/>
                </a:solidFill>
              </a:defRPr>
            </a:lvl2pPr>
            <a:lvl3pPr marL="1371600" lvl="2" indent="-304800" rtl="0">
              <a:spcBef>
                <a:spcPts val="0"/>
              </a:spcBef>
              <a:spcAft>
                <a:spcPts val="0"/>
              </a:spcAft>
              <a:buClr>
                <a:schemeClr val="dk1"/>
              </a:buClr>
              <a:buSzPts val="1200"/>
              <a:buChar char="■"/>
              <a:defRPr sz="1200">
                <a:solidFill>
                  <a:schemeClr val="dk1"/>
                </a:solidFill>
              </a:defRPr>
            </a:lvl3pPr>
            <a:lvl4pPr marL="1828800" lvl="3" indent="-304800" rtl="0">
              <a:spcBef>
                <a:spcPts val="0"/>
              </a:spcBef>
              <a:spcAft>
                <a:spcPts val="0"/>
              </a:spcAft>
              <a:buClr>
                <a:schemeClr val="dk1"/>
              </a:buClr>
              <a:buSzPts val="1200"/>
              <a:buChar char="●"/>
              <a:defRPr sz="1200">
                <a:solidFill>
                  <a:schemeClr val="dk1"/>
                </a:solidFill>
              </a:defRPr>
            </a:lvl4pPr>
            <a:lvl5pPr marL="2286000" lvl="4" indent="-304800" rtl="0">
              <a:spcBef>
                <a:spcPts val="0"/>
              </a:spcBef>
              <a:spcAft>
                <a:spcPts val="0"/>
              </a:spcAft>
              <a:buClr>
                <a:schemeClr val="dk1"/>
              </a:buClr>
              <a:buSzPts val="1200"/>
              <a:buChar char="○"/>
              <a:defRPr sz="1200">
                <a:solidFill>
                  <a:schemeClr val="dk1"/>
                </a:solidFill>
              </a:defRPr>
            </a:lvl5pPr>
            <a:lvl6pPr marL="2743200" lvl="5" indent="-304800" rtl="0">
              <a:spcBef>
                <a:spcPts val="0"/>
              </a:spcBef>
              <a:spcAft>
                <a:spcPts val="0"/>
              </a:spcAft>
              <a:buClr>
                <a:schemeClr val="dk1"/>
              </a:buClr>
              <a:buSzPts val="1200"/>
              <a:buChar char="■"/>
              <a:defRPr sz="1200">
                <a:solidFill>
                  <a:schemeClr val="dk1"/>
                </a:solidFill>
              </a:defRPr>
            </a:lvl6pPr>
            <a:lvl7pPr marL="3200400" lvl="6" indent="-304800" rtl="0">
              <a:spcBef>
                <a:spcPts val="0"/>
              </a:spcBef>
              <a:spcAft>
                <a:spcPts val="0"/>
              </a:spcAft>
              <a:buClr>
                <a:schemeClr val="dk1"/>
              </a:buClr>
              <a:buSzPts val="1200"/>
              <a:buChar char="●"/>
              <a:defRPr sz="1200">
                <a:solidFill>
                  <a:schemeClr val="dk1"/>
                </a:solidFill>
              </a:defRPr>
            </a:lvl7pPr>
            <a:lvl8pPr marL="3657600" lvl="7" indent="-304800" rtl="0">
              <a:spcBef>
                <a:spcPts val="0"/>
              </a:spcBef>
              <a:spcAft>
                <a:spcPts val="0"/>
              </a:spcAft>
              <a:buClr>
                <a:schemeClr val="dk1"/>
              </a:buClr>
              <a:buSzPts val="1200"/>
              <a:buChar char="○"/>
              <a:defRPr sz="1200">
                <a:solidFill>
                  <a:schemeClr val="dk1"/>
                </a:solidFill>
              </a:defRPr>
            </a:lvl8pPr>
            <a:lvl9pPr marL="4114800" lvl="8" indent="-304800" rtl="0">
              <a:spcBef>
                <a:spcPts val="0"/>
              </a:spcBef>
              <a:spcAft>
                <a:spcPts val="0"/>
              </a:spcAft>
              <a:buClr>
                <a:schemeClr val="dk1"/>
              </a:buClr>
              <a:buSzPts val="1200"/>
              <a:buChar char="■"/>
              <a:defRPr sz="1200">
                <a:solidFill>
                  <a:schemeClr val="dk1"/>
                </a:solidFill>
              </a:defRPr>
            </a:lvl9pPr>
          </a:lstStyle>
          <a:p>
            <a:endParaRPr/>
          </a:p>
        </p:txBody>
      </p:sp>
      <p:sp>
        <p:nvSpPr>
          <p:cNvPr id="9" name="Google Shape;22;p4">
            <a:extLst>
              <a:ext uri="{FF2B5EF4-FFF2-40B4-BE49-F238E27FC236}">
                <a16:creationId xmlns:a16="http://schemas.microsoft.com/office/drawing/2014/main" id="{CFC7DBD6-46F0-3242-09EE-0A1B092852EA}"/>
              </a:ext>
            </a:extLst>
          </p:cNvPr>
          <p:cNvSpPr txBox="1">
            <a:spLocks noGrp="1"/>
          </p:cNvSpPr>
          <p:nvPr>
            <p:ph type="title"/>
          </p:nvPr>
        </p:nvSpPr>
        <p:spPr>
          <a:xfrm>
            <a:off x="877550" y="1174125"/>
            <a:ext cx="3768300" cy="2392800"/>
          </a:xfrm>
          <a:prstGeom prst="rect">
            <a:avLst/>
          </a:prstGeom>
        </p:spPr>
        <p:txBody>
          <a:bodyPr spcFirstLastPara="1" wrap="square" lIns="91425" tIns="91425" rIns="91425" bIns="91425" anchor="t" anchorCtr="0">
            <a:normAutofit/>
          </a:bodyPr>
          <a:lstStyle>
            <a:lvl1pPr lvl="0">
              <a:spcBef>
                <a:spcPts val="0"/>
              </a:spcBef>
              <a:spcAft>
                <a:spcPts val="0"/>
              </a:spcAft>
              <a:buSzPts val="4600"/>
              <a:buFont typeface="Georgia"/>
              <a:buNone/>
              <a:defRPr sz="4600">
                <a:latin typeface="Georgia"/>
                <a:ea typeface="Georgia"/>
                <a:cs typeface="Georgia"/>
                <a:sym typeface="Georgia"/>
              </a:defRPr>
            </a:lvl1pPr>
            <a:lvl2pPr lvl="1">
              <a:spcBef>
                <a:spcPts val="0"/>
              </a:spcBef>
              <a:spcAft>
                <a:spcPts val="0"/>
              </a:spcAft>
              <a:buSzPts val="4600"/>
              <a:buFont typeface="Georgia"/>
              <a:buNone/>
              <a:defRPr sz="4600">
                <a:latin typeface="Georgia"/>
                <a:ea typeface="Georgia"/>
                <a:cs typeface="Georgia"/>
                <a:sym typeface="Georgia"/>
              </a:defRPr>
            </a:lvl2pPr>
            <a:lvl3pPr lvl="2">
              <a:spcBef>
                <a:spcPts val="0"/>
              </a:spcBef>
              <a:spcAft>
                <a:spcPts val="0"/>
              </a:spcAft>
              <a:buSzPts val="4600"/>
              <a:buFont typeface="Georgia"/>
              <a:buNone/>
              <a:defRPr sz="4600">
                <a:latin typeface="Georgia"/>
                <a:ea typeface="Georgia"/>
                <a:cs typeface="Georgia"/>
                <a:sym typeface="Georgia"/>
              </a:defRPr>
            </a:lvl3pPr>
            <a:lvl4pPr lvl="3">
              <a:spcBef>
                <a:spcPts val="0"/>
              </a:spcBef>
              <a:spcAft>
                <a:spcPts val="0"/>
              </a:spcAft>
              <a:buSzPts val="4600"/>
              <a:buFont typeface="Georgia"/>
              <a:buNone/>
              <a:defRPr sz="4600">
                <a:latin typeface="Georgia"/>
                <a:ea typeface="Georgia"/>
                <a:cs typeface="Georgia"/>
                <a:sym typeface="Georgia"/>
              </a:defRPr>
            </a:lvl4pPr>
            <a:lvl5pPr lvl="4">
              <a:spcBef>
                <a:spcPts val="0"/>
              </a:spcBef>
              <a:spcAft>
                <a:spcPts val="0"/>
              </a:spcAft>
              <a:buSzPts val="4600"/>
              <a:buFont typeface="Georgia"/>
              <a:buNone/>
              <a:defRPr sz="4600">
                <a:latin typeface="Georgia"/>
                <a:ea typeface="Georgia"/>
                <a:cs typeface="Georgia"/>
                <a:sym typeface="Georgia"/>
              </a:defRPr>
            </a:lvl5pPr>
            <a:lvl6pPr lvl="5">
              <a:spcBef>
                <a:spcPts val="0"/>
              </a:spcBef>
              <a:spcAft>
                <a:spcPts val="0"/>
              </a:spcAft>
              <a:buSzPts val="4600"/>
              <a:buFont typeface="Georgia"/>
              <a:buNone/>
              <a:defRPr sz="4600">
                <a:latin typeface="Georgia"/>
                <a:ea typeface="Georgia"/>
                <a:cs typeface="Georgia"/>
                <a:sym typeface="Georgia"/>
              </a:defRPr>
            </a:lvl6pPr>
            <a:lvl7pPr lvl="6">
              <a:spcBef>
                <a:spcPts val="0"/>
              </a:spcBef>
              <a:spcAft>
                <a:spcPts val="0"/>
              </a:spcAft>
              <a:buSzPts val="4600"/>
              <a:buFont typeface="Georgia"/>
              <a:buNone/>
              <a:defRPr sz="4600">
                <a:latin typeface="Georgia"/>
                <a:ea typeface="Georgia"/>
                <a:cs typeface="Georgia"/>
                <a:sym typeface="Georgia"/>
              </a:defRPr>
            </a:lvl7pPr>
            <a:lvl8pPr lvl="7">
              <a:spcBef>
                <a:spcPts val="0"/>
              </a:spcBef>
              <a:spcAft>
                <a:spcPts val="0"/>
              </a:spcAft>
              <a:buSzPts val="4600"/>
              <a:buFont typeface="Georgia"/>
              <a:buNone/>
              <a:defRPr sz="4600">
                <a:latin typeface="Georgia"/>
                <a:ea typeface="Georgia"/>
                <a:cs typeface="Georgia"/>
                <a:sym typeface="Georgia"/>
              </a:defRPr>
            </a:lvl8pPr>
            <a:lvl9pPr lvl="8">
              <a:spcBef>
                <a:spcPts val="0"/>
              </a:spcBef>
              <a:spcAft>
                <a:spcPts val="0"/>
              </a:spcAft>
              <a:buSzPts val="4600"/>
              <a:buFont typeface="Georgia"/>
              <a:buNone/>
              <a:defRPr sz="4600">
                <a:latin typeface="Georgia"/>
                <a:ea typeface="Georgia"/>
                <a:cs typeface="Georgia"/>
                <a:sym typeface="Georgia"/>
              </a:defRPr>
            </a:lvl9pPr>
          </a:lstStyle>
          <a:p>
            <a:endParaRPr/>
          </a:p>
        </p:txBody>
      </p:sp>
      <p:sp>
        <p:nvSpPr>
          <p:cNvPr id="10" name="Google Shape;23;p4">
            <a:extLst>
              <a:ext uri="{FF2B5EF4-FFF2-40B4-BE49-F238E27FC236}">
                <a16:creationId xmlns:a16="http://schemas.microsoft.com/office/drawing/2014/main" id="{7BCEE1F1-BB5E-9A39-3B30-44642D273A99}"/>
              </a:ext>
            </a:extLst>
          </p:cNvPr>
          <p:cNvSpPr txBox="1">
            <a:spLocks noGrp="1"/>
          </p:cNvSpPr>
          <p:nvPr>
            <p:ph type="subTitle" idx="3"/>
          </p:nvPr>
        </p:nvSpPr>
        <p:spPr>
          <a:xfrm>
            <a:off x="387900" y="141075"/>
            <a:ext cx="3768300" cy="3936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1200"/>
              <a:buNone/>
              <a:defRPr sz="1200">
                <a:solidFill>
                  <a:schemeClr val="lt1"/>
                </a:solidFill>
              </a:defRPr>
            </a:lvl1pPr>
            <a:lvl2pPr lvl="1" rtl="0">
              <a:spcBef>
                <a:spcPts val="0"/>
              </a:spcBef>
              <a:spcAft>
                <a:spcPts val="0"/>
              </a:spcAft>
              <a:buSzPts val="800"/>
              <a:buNone/>
              <a:defRPr sz="800"/>
            </a:lvl2pPr>
            <a:lvl3pPr lvl="2" rtl="0">
              <a:spcBef>
                <a:spcPts val="0"/>
              </a:spcBef>
              <a:spcAft>
                <a:spcPts val="0"/>
              </a:spcAft>
              <a:buSzPts val="800"/>
              <a:buNone/>
              <a:defRPr sz="800"/>
            </a:lvl3pPr>
            <a:lvl4pPr lvl="3" rtl="0">
              <a:spcBef>
                <a:spcPts val="0"/>
              </a:spcBef>
              <a:spcAft>
                <a:spcPts val="0"/>
              </a:spcAft>
              <a:buSzPts val="800"/>
              <a:buNone/>
              <a:defRPr sz="800"/>
            </a:lvl4pPr>
            <a:lvl5pPr lvl="4" rtl="0">
              <a:spcBef>
                <a:spcPts val="0"/>
              </a:spcBef>
              <a:spcAft>
                <a:spcPts val="0"/>
              </a:spcAft>
              <a:buSzPts val="800"/>
              <a:buNone/>
              <a:defRPr sz="800"/>
            </a:lvl5pPr>
            <a:lvl6pPr lvl="5" rtl="0">
              <a:spcBef>
                <a:spcPts val="0"/>
              </a:spcBef>
              <a:spcAft>
                <a:spcPts val="0"/>
              </a:spcAft>
              <a:buSzPts val="800"/>
              <a:buNone/>
              <a:defRPr sz="800"/>
            </a:lvl6pPr>
            <a:lvl7pPr lvl="6" rtl="0">
              <a:spcBef>
                <a:spcPts val="0"/>
              </a:spcBef>
              <a:spcAft>
                <a:spcPts val="0"/>
              </a:spcAft>
              <a:buSzPts val="800"/>
              <a:buNone/>
              <a:defRPr sz="800"/>
            </a:lvl7pPr>
            <a:lvl8pPr lvl="7" rtl="0">
              <a:spcBef>
                <a:spcPts val="0"/>
              </a:spcBef>
              <a:spcAft>
                <a:spcPts val="0"/>
              </a:spcAft>
              <a:buSzPts val="800"/>
              <a:buNone/>
              <a:defRPr sz="800"/>
            </a:lvl8pPr>
            <a:lvl9pPr lvl="8" rtl="0">
              <a:spcBef>
                <a:spcPts val="0"/>
              </a:spcBef>
              <a:spcAft>
                <a:spcPts val="0"/>
              </a:spcAft>
              <a:buSzPts val="800"/>
              <a:buNone/>
              <a:defRPr sz="800"/>
            </a:lvl9pPr>
          </a:lstStyle>
          <a:p>
            <a:endParaRPr dirty="0"/>
          </a:p>
        </p:txBody>
      </p:sp>
      <p:sp>
        <p:nvSpPr>
          <p:cNvPr id="11" name="Google Shape;24;p4">
            <a:extLst>
              <a:ext uri="{FF2B5EF4-FFF2-40B4-BE49-F238E27FC236}">
                <a16:creationId xmlns:a16="http://schemas.microsoft.com/office/drawing/2014/main" id="{FB4091A7-6D14-AFA4-D863-3A812BC8BA82}"/>
              </a:ext>
            </a:extLst>
          </p:cNvPr>
          <p:cNvSpPr/>
          <p:nvPr userDrawn="1"/>
        </p:nvSpPr>
        <p:spPr>
          <a:xfrm>
            <a:off x="4645850" y="2105925"/>
            <a:ext cx="3305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5;p4">
            <a:extLst>
              <a:ext uri="{FF2B5EF4-FFF2-40B4-BE49-F238E27FC236}">
                <a16:creationId xmlns:a16="http://schemas.microsoft.com/office/drawing/2014/main" id="{CBD50D83-3B66-E823-1283-5D2C6AF074C9}"/>
              </a:ext>
            </a:extLst>
          </p:cNvPr>
          <p:cNvSpPr txBox="1">
            <a:spLocks noGrp="1"/>
          </p:cNvSpPr>
          <p:nvPr>
            <p:ph type="sldNum" idx="12"/>
          </p:nvPr>
        </p:nvSpPr>
        <p:spPr>
          <a:xfrm>
            <a:off x="8243858" y="106692"/>
            <a:ext cx="548700" cy="393600"/>
          </a:xfrm>
          <a:prstGeom prst="rect">
            <a:avLst/>
          </a:prstGeom>
        </p:spPr>
        <p:txBody>
          <a:bodyPr spcFirstLastPara="1" wrap="square" lIns="91425" tIns="91425" rIns="91425" bIns="91425" anchor="t" anchorCtr="0">
            <a:normAutofit/>
          </a:bodyPr>
          <a:lstStyle>
            <a:lvl1pPr lvl="0" rtl="0">
              <a:buNone/>
              <a:defRPr>
                <a:solidFill>
                  <a:schemeClr val="accent2"/>
                </a:solidFill>
              </a:defRPr>
            </a:lvl1pPr>
            <a:lvl2pPr lvl="1" rtl="0">
              <a:buNone/>
              <a:defRPr>
                <a:solidFill>
                  <a:schemeClr val="accent2"/>
                </a:solidFill>
              </a:defRPr>
            </a:lvl2pPr>
            <a:lvl3pPr lvl="2" rtl="0">
              <a:buNone/>
              <a:defRPr>
                <a:solidFill>
                  <a:schemeClr val="accent2"/>
                </a:solidFill>
              </a:defRPr>
            </a:lvl3pPr>
            <a:lvl4pPr lvl="3" rtl="0">
              <a:buNone/>
              <a:defRPr>
                <a:solidFill>
                  <a:schemeClr val="accent2"/>
                </a:solidFill>
              </a:defRPr>
            </a:lvl4pPr>
            <a:lvl5pPr lvl="4" rtl="0">
              <a:buNone/>
              <a:defRPr>
                <a:solidFill>
                  <a:schemeClr val="accent2"/>
                </a:solidFill>
              </a:defRPr>
            </a:lvl5pPr>
            <a:lvl6pPr lvl="5" rtl="0">
              <a:buNone/>
              <a:defRPr>
                <a:solidFill>
                  <a:schemeClr val="accent2"/>
                </a:solidFill>
              </a:defRPr>
            </a:lvl6pPr>
            <a:lvl7pPr lvl="6" rtl="0">
              <a:buNone/>
              <a:defRPr>
                <a:solidFill>
                  <a:schemeClr val="accent2"/>
                </a:solidFill>
              </a:defRPr>
            </a:lvl7pPr>
            <a:lvl8pPr lvl="7" rtl="0">
              <a:buNone/>
              <a:defRPr>
                <a:solidFill>
                  <a:schemeClr val="accent2"/>
                </a:solidFill>
              </a:defRPr>
            </a:lvl8pPr>
            <a:lvl9pPr lvl="8" rtl="0">
              <a:buNone/>
              <a:defRPr>
                <a:solidFill>
                  <a:schemeClr val="accent2"/>
                </a:solidFil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66077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Google Shape;23;p4">
            <a:extLst>
              <a:ext uri="{FF2B5EF4-FFF2-40B4-BE49-F238E27FC236}">
                <a16:creationId xmlns:a16="http://schemas.microsoft.com/office/drawing/2014/main" id="{7BCEE1F1-BB5E-9A39-3B30-44642D273A99}"/>
              </a:ext>
            </a:extLst>
          </p:cNvPr>
          <p:cNvSpPr txBox="1">
            <a:spLocks noGrp="1"/>
          </p:cNvSpPr>
          <p:nvPr>
            <p:ph type="subTitle" idx="3"/>
          </p:nvPr>
        </p:nvSpPr>
        <p:spPr>
          <a:xfrm>
            <a:off x="387900" y="141075"/>
            <a:ext cx="3768300" cy="3936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1200"/>
              <a:buNone/>
              <a:defRPr sz="1200">
                <a:solidFill>
                  <a:schemeClr val="lt1"/>
                </a:solidFill>
              </a:defRPr>
            </a:lvl1pPr>
            <a:lvl2pPr lvl="1" rtl="0">
              <a:spcBef>
                <a:spcPts val="0"/>
              </a:spcBef>
              <a:spcAft>
                <a:spcPts val="0"/>
              </a:spcAft>
              <a:buSzPts val="800"/>
              <a:buNone/>
              <a:defRPr sz="800"/>
            </a:lvl2pPr>
            <a:lvl3pPr lvl="2" rtl="0">
              <a:spcBef>
                <a:spcPts val="0"/>
              </a:spcBef>
              <a:spcAft>
                <a:spcPts val="0"/>
              </a:spcAft>
              <a:buSzPts val="800"/>
              <a:buNone/>
              <a:defRPr sz="800"/>
            </a:lvl3pPr>
            <a:lvl4pPr lvl="3" rtl="0">
              <a:spcBef>
                <a:spcPts val="0"/>
              </a:spcBef>
              <a:spcAft>
                <a:spcPts val="0"/>
              </a:spcAft>
              <a:buSzPts val="800"/>
              <a:buNone/>
              <a:defRPr sz="800"/>
            </a:lvl4pPr>
            <a:lvl5pPr lvl="4" rtl="0">
              <a:spcBef>
                <a:spcPts val="0"/>
              </a:spcBef>
              <a:spcAft>
                <a:spcPts val="0"/>
              </a:spcAft>
              <a:buSzPts val="800"/>
              <a:buNone/>
              <a:defRPr sz="800"/>
            </a:lvl5pPr>
            <a:lvl6pPr lvl="5" rtl="0">
              <a:spcBef>
                <a:spcPts val="0"/>
              </a:spcBef>
              <a:spcAft>
                <a:spcPts val="0"/>
              </a:spcAft>
              <a:buSzPts val="800"/>
              <a:buNone/>
              <a:defRPr sz="800"/>
            </a:lvl6pPr>
            <a:lvl7pPr lvl="6" rtl="0">
              <a:spcBef>
                <a:spcPts val="0"/>
              </a:spcBef>
              <a:spcAft>
                <a:spcPts val="0"/>
              </a:spcAft>
              <a:buSzPts val="800"/>
              <a:buNone/>
              <a:defRPr sz="800"/>
            </a:lvl7pPr>
            <a:lvl8pPr lvl="7" rtl="0">
              <a:spcBef>
                <a:spcPts val="0"/>
              </a:spcBef>
              <a:spcAft>
                <a:spcPts val="0"/>
              </a:spcAft>
              <a:buSzPts val="800"/>
              <a:buNone/>
              <a:defRPr sz="800"/>
            </a:lvl8pPr>
            <a:lvl9pPr lvl="8" rtl="0">
              <a:spcBef>
                <a:spcPts val="0"/>
              </a:spcBef>
              <a:spcAft>
                <a:spcPts val="0"/>
              </a:spcAft>
              <a:buSzPts val="800"/>
              <a:buNone/>
              <a:defRPr sz="800"/>
            </a:lvl9pPr>
          </a:lstStyle>
          <a:p>
            <a:endParaRPr dirty="0"/>
          </a:p>
        </p:txBody>
      </p:sp>
      <p:sp>
        <p:nvSpPr>
          <p:cNvPr id="12" name="Google Shape;25;p4">
            <a:extLst>
              <a:ext uri="{FF2B5EF4-FFF2-40B4-BE49-F238E27FC236}">
                <a16:creationId xmlns:a16="http://schemas.microsoft.com/office/drawing/2014/main" id="{CBD50D83-3B66-E823-1283-5D2C6AF074C9}"/>
              </a:ext>
            </a:extLst>
          </p:cNvPr>
          <p:cNvSpPr txBox="1">
            <a:spLocks noGrp="1"/>
          </p:cNvSpPr>
          <p:nvPr>
            <p:ph type="sldNum" idx="12"/>
          </p:nvPr>
        </p:nvSpPr>
        <p:spPr>
          <a:xfrm>
            <a:off x="8243858" y="106692"/>
            <a:ext cx="548700" cy="393600"/>
          </a:xfrm>
          <a:prstGeom prst="rect">
            <a:avLst/>
          </a:prstGeom>
        </p:spPr>
        <p:txBody>
          <a:bodyPr spcFirstLastPara="1" wrap="square" lIns="91425" tIns="91425" rIns="91425" bIns="91425" anchor="t" anchorCtr="0">
            <a:normAutofit/>
          </a:bodyPr>
          <a:lstStyle>
            <a:lvl1pPr lvl="0" rtl="0">
              <a:buNone/>
              <a:defRPr>
                <a:solidFill>
                  <a:schemeClr val="accent2"/>
                </a:solidFill>
              </a:defRPr>
            </a:lvl1pPr>
            <a:lvl2pPr lvl="1" rtl="0">
              <a:buNone/>
              <a:defRPr>
                <a:solidFill>
                  <a:schemeClr val="accent2"/>
                </a:solidFill>
              </a:defRPr>
            </a:lvl2pPr>
            <a:lvl3pPr lvl="2" rtl="0">
              <a:buNone/>
              <a:defRPr>
                <a:solidFill>
                  <a:schemeClr val="accent2"/>
                </a:solidFill>
              </a:defRPr>
            </a:lvl3pPr>
            <a:lvl4pPr lvl="3" rtl="0">
              <a:buNone/>
              <a:defRPr>
                <a:solidFill>
                  <a:schemeClr val="accent2"/>
                </a:solidFill>
              </a:defRPr>
            </a:lvl4pPr>
            <a:lvl5pPr lvl="4" rtl="0">
              <a:buNone/>
              <a:defRPr>
                <a:solidFill>
                  <a:schemeClr val="accent2"/>
                </a:solidFill>
              </a:defRPr>
            </a:lvl5pPr>
            <a:lvl6pPr lvl="5" rtl="0">
              <a:buNone/>
              <a:defRPr>
                <a:solidFill>
                  <a:schemeClr val="accent2"/>
                </a:solidFill>
              </a:defRPr>
            </a:lvl6pPr>
            <a:lvl7pPr lvl="6" rtl="0">
              <a:buNone/>
              <a:defRPr>
                <a:solidFill>
                  <a:schemeClr val="accent2"/>
                </a:solidFill>
              </a:defRPr>
            </a:lvl7pPr>
            <a:lvl8pPr lvl="7" rtl="0">
              <a:buNone/>
              <a:defRPr>
                <a:solidFill>
                  <a:schemeClr val="accent2"/>
                </a:solidFill>
              </a:defRPr>
            </a:lvl8pPr>
            <a:lvl9pPr lvl="8" rtl="0">
              <a:buNone/>
              <a:defRPr>
                <a:solidFill>
                  <a:schemeClr val="accent2"/>
                </a:solidFill>
              </a:defRPr>
            </a:lvl9pPr>
          </a:lstStyle>
          <a:p>
            <a:pPr marL="0" lvl="0" indent="0" algn="r" rtl="0">
              <a:spcBef>
                <a:spcPts val="0"/>
              </a:spcBef>
              <a:spcAft>
                <a:spcPts val="0"/>
              </a:spcAft>
              <a:buNone/>
            </a:pPr>
            <a:fld id="{00000000-1234-1234-1234-123412341234}" type="slidenum">
              <a:rPr lang="en"/>
              <a:t>‹#›</a:t>
            </a:fld>
            <a:endParaRPr/>
          </a:p>
        </p:txBody>
      </p:sp>
      <p:sp>
        <p:nvSpPr>
          <p:cNvPr id="2" name="Google Shape;27;p5">
            <a:extLst>
              <a:ext uri="{FF2B5EF4-FFF2-40B4-BE49-F238E27FC236}">
                <a16:creationId xmlns:a16="http://schemas.microsoft.com/office/drawing/2014/main" id="{4092F99A-727D-0C7F-193F-34116CE16B6E}"/>
              </a:ext>
            </a:extLst>
          </p:cNvPr>
          <p:cNvSpPr txBox="1">
            <a:spLocks noGrp="1"/>
          </p:cNvSpPr>
          <p:nvPr>
            <p:ph type="title"/>
          </p:nvPr>
        </p:nvSpPr>
        <p:spPr>
          <a:xfrm>
            <a:off x="877550" y="1081900"/>
            <a:ext cx="6306600" cy="1599600"/>
          </a:xfrm>
          <a:prstGeom prst="rect">
            <a:avLst/>
          </a:prstGeom>
        </p:spPr>
        <p:txBody>
          <a:bodyPr spcFirstLastPara="1" wrap="square" lIns="91425" tIns="91425" rIns="91425" bIns="91425" anchor="t" anchorCtr="0">
            <a:normAutofit/>
          </a:bodyPr>
          <a:lstStyle>
            <a:lvl1pPr lvl="0" rtl="0">
              <a:spcBef>
                <a:spcPts val="0"/>
              </a:spcBef>
              <a:spcAft>
                <a:spcPts val="0"/>
              </a:spcAft>
              <a:buSzPts val="4600"/>
              <a:buFont typeface="Georgia"/>
              <a:buNone/>
              <a:defRPr sz="4600">
                <a:latin typeface="Georgia"/>
                <a:ea typeface="Georgia"/>
                <a:cs typeface="Georgia"/>
                <a:sym typeface="Georgia"/>
              </a:defRPr>
            </a:lvl1pPr>
            <a:lvl2pPr lvl="1" rtl="0">
              <a:spcBef>
                <a:spcPts val="0"/>
              </a:spcBef>
              <a:spcAft>
                <a:spcPts val="0"/>
              </a:spcAft>
              <a:buSzPts val="4600"/>
              <a:buFont typeface="Georgia"/>
              <a:buNone/>
              <a:defRPr sz="4600">
                <a:latin typeface="Georgia"/>
                <a:ea typeface="Georgia"/>
                <a:cs typeface="Georgia"/>
                <a:sym typeface="Georgia"/>
              </a:defRPr>
            </a:lvl2pPr>
            <a:lvl3pPr lvl="2" rtl="0">
              <a:spcBef>
                <a:spcPts val="0"/>
              </a:spcBef>
              <a:spcAft>
                <a:spcPts val="0"/>
              </a:spcAft>
              <a:buSzPts val="4600"/>
              <a:buFont typeface="Georgia"/>
              <a:buNone/>
              <a:defRPr sz="4600">
                <a:latin typeface="Georgia"/>
                <a:ea typeface="Georgia"/>
                <a:cs typeface="Georgia"/>
                <a:sym typeface="Georgia"/>
              </a:defRPr>
            </a:lvl3pPr>
            <a:lvl4pPr lvl="3" rtl="0">
              <a:spcBef>
                <a:spcPts val="0"/>
              </a:spcBef>
              <a:spcAft>
                <a:spcPts val="0"/>
              </a:spcAft>
              <a:buSzPts val="4600"/>
              <a:buFont typeface="Georgia"/>
              <a:buNone/>
              <a:defRPr sz="4600">
                <a:latin typeface="Georgia"/>
                <a:ea typeface="Georgia"/>
                <a:cs typeface="Georgia"/>
                <a:sym typeface="Georgia"/>
              </a:defRPr>
            </a:lvl4pPr>
            <a:lvl5pPr lvl="4" rtl="0">
              <a:spcBef>
                <a:spcPts val="0"/>
              </a:spcBef>
              <a:spcAft>
                <a:spcPts val="0"/>
              </a:spcAft>
              <a:buSzPts val="4600"/>
              <a:buFont typeface="Georgia"/>
              <a:buNone/>
              <a:defRPr sz="4600">
                <a:latin typeface="Georgia"/>
                <a:ea typeface="Georgia"/>
                <a:cs typeface="Georgia"/>
                <a:sym typeface="Georgia"/>
              </a:defRPr>
            </a:lvl5pPr>
            <a:lvl6pPr lvl="5" rtl="0">
              <a:spcBef>
                <a:spcPts val="0"/>
              </a:spcBef>
              <a:spcAft>
                <a:spcPts val="0"/>
              </a:spcAft>
              <a:buSzPts val="4600"/>
              <a:buFont typeface="Georgia"/>
              <a:buNone/>
              <a:defRPr sz="4600">
                <a:latin typeface="Georgia"/>
                <a:ea typeface="Georgia"/>
                <a:cs typeface="Georgia"/>
                <a:sym typeface="Georgia"/>
              </a:defRPr>
            </a:lvl6pPr>
            <a:lvl7pPr lvl="6" rtl="0">
              <a:spcBef>
                <a:spcPts val="0"/>
              </a:spcBef>
              <a:spcAft>
                <a:spcPts val="0"/>
              </a:spcAft>
              <a:buSzPts val="4600"/>
              <a:buFont typeface="Georgia"/>
              <a:buNone/>
              <a:defRPr sz="4600">
                <a:latin typeface="Georgia"/>
                <a:ea typeface="Georgia"/>
                <a:cs typeface="Georgia"/>
                <a:sym typeface="Georgia"/>
              </a:defRPr>
            </a:lvl7pPr>
            <a:lvl8pPr lvl="7" rtl="0">
              <a:spcBef>
                <a:spcPts val="0"/>
              </a:spcBef>
              <a:spcAft>
                <a:spcPts val="0"/>
              </a:spcAft>
              <a:buSzPts val="4600"/>
              <a:buFont typeface="Georgia"/>
              <a:buNone/>
              <a:defRPr sz="4600">
                <a:latin typeface="Georgia"/>
                <a:ea typeface="Georgia"/>
                <a:cs typeface="Georgia"/>
                <a:sym typeface="Georgia"/>
              </a:defRPr>
            </a:lvl8pPr>
            <a:lvl9pPr lvl="8" rtl="0">
              <a:spcBef>
                <a:spcPts val="0"/>
              </a:spcBef>
              <a:spcAft>
                <a:spcPts val="0"/>
              </a:spcAft>
              <a:buSzPts val="4600"/>
              <a:buFont typeface="Georgia"/>
              <a:buNone/>
              <a:defRPr sz="4600">
                <a:latin typeface="Georgia"/>
                <a:ea typeface="Georgia"/>
                <a:cs typeface="Georgia"/>
                <a:sym typeface="Georgia"/>
              </a:defRPr>
            </a:lvl9pPr>
          </a:lstStyle>
          <a:p>
            <a:endParaRPr/>
          </a:p>
        </p:txBody>
      </p:sp>
      <p:sp>
        <p:nvSpPr>
          <p:cNvPr id="3" name="Google Shape;28;p5">
            <a:extLst>
              <a:ext uri="{FF2B5EF4-FFF2-40B4-BE49-F238E27FC236}">
                <a16:creationId xmlns:a16="http://schemas.microsoft.com/office/drawing/2014/main" id="{2F9AE3FA-8A49-71C7-6EDC-1AAC78FA13D7}"/>
              </a:ext>
            </a:extLst>
          </p:cNvPr>
          <p:cNvSpPr txBox="1">
            <a:spLocks noGrp="1"/>
          </p:cNvSpPr>
          <p:nvPr>
            <p:ph type="body" idx="1"/>
          </p:nvPr>
        </p:nvSpPr>
        <p:spPr>
          <a:xfrm>
            <a:off x="1601850" y="2770900"/>
            <a:ext cx="2598300" cy="1708500"/>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Clr>
                <a:schemeClr val="dk1"/>
              </a:buClr>
              <a:buSzPts val="1600"/>
              <a:buChar char="●"/>
              <a:defRPr sz="1600">
                <a:solidFill>
                  <a:schemeClr val="dk1"/>
                </a:solidFill>
              </a:defRPr>
            </a:lvl1pPr>
            <a:lvl2pPr marL="914400" lvl="1" indent="-304800" rtl="0">
              <a:spcBef>
                <a:spcPts val="0"/>
              </a:spcBef>
              <a:spcAft>
                <a:spcPts val="0"/>
              </a:spcAft>
              <a:buClr>
                <a:schemeClr val="dk1"/>
              </a:buClr>
              <a:buSzPts val="1200"/>
              <a:buChar char="○"/>
              <a:defRPr sz="1200">
                <a:solidFill>
                  <a:schemeClr val="dk1"/>
                </a:solidFill>
              </a:defRPr>
            </a:lvl2pPr>
            <a:lvl3pPr marL="1371600" lvl="2" indent="-304800" rtl="0">
              <a:spcBef>
                <a:spcPts val="0"/>
              </a:spcBef>
              <a:spcAft>
                <a:spcPts val="0"/>
              </a:spcAft>
              <a:buClr>
                <a:schemeClr val="dk1"/>
              </a:buClr>
              <a:buSzPts val="1200"/>
              <a:buChar char="■"/>
              <a:defRPr sz="1200">
                <a:solidFill>
                  <a:schemeClr val="dk1"/>
                </a:solidFill>
              </a:defRPr>
            </a:lvl3pPr>
            <a:lvl4pPr marL="1828800" lvl="3" indent="-304800" rtl="0">
              <a:spcBef>
                <a:spcPts val="0"/>
              </a:spcBef>
              <a:spcAft>
                <a:spcPts val="0"/>
              </a:spcAft>
              <a:buClr>
                <a:schemeClr val="dk1"/>
              </a:buClr>
              <a:buSzPts val="1200"/>
              <a:buChar char="●"/>
              <a:defRPr sz="1200">
                <a:solidFill>
                  <a:schemeClr val="dk1"/>
                </a:solidFill>
              </a:defRPr>
            </a:lvl4pPr>
            <a:lvl5pPr marL="2286000" lvl="4" indent="-304800" rtl="0">
              <a:spcBef>
                <a:spcPts val="0"/>
              </a:spcBef>
              <a:spcAft>
                <a:spcPts val="0"/>
              </a:spcAft>
              <a:buClr>
                <a:schemeClr val="dk1"/>
              </a:buClr>
              <a:buSzPts val="1200"/>
              <a:buChar char="○"/>
              <a:defRPr sz="1200">
                <a:solidFill>
                  <a:schemeClr val="dk1"/>
                </a:solidFill>
              </a:defRPr>
            </a:lvl5pPr>
            <a:lvl6pPr marL="2743200" lvl="5" indent="-304800" rtl="0">
              <a:spcBef>
                <a:spcPts val="0"/>
              </a:spcBef>
              <a:spcAft>
                <a:spcPts val="0"/>
              </a:spcAft>
              <a:buClr>
                <a:schemeClr val="dk1"/>
              </a:buClr>
              <a:buSzPts val="1200"/>
              <a:buChar char="■"/>
              <a:defRPr sz="1200">
                <a:solidFill>
                  <a:schemeClr val="dk1"/>
                </a:solidFill>
              </a:defRPr>
            </a:lvl6pPr>
            <a:lvl7pPr marL="3200400" lvl="6" indent="-304800" rtl="0">
              <a:spcBef>
                <a:spcPts val="0"/>
              </a:spcBef>
              <a:spcAft>
                <a:spcPts val="0"/>
              </a:spcAft>
              <a:buClr>
                <a:schemeClr val="dk1"/>
              </a:buClr>
              <a:buSzPts val="1200"/>
              <a:buChar char="●"/>
              <a:defRPr sz="1200">
                <a:solidFill>
                  <a:schemeClr val="dk1"/>
                </a:solidFill>
              </a:defRPr>
            </a:lvl7pPr>
            <a:lvl8pPr marL="3657600" lvl="7" indent="-304800" rtl="0">
              <a:spcBef>
                <a:spcPts val="0"/>
              </a:spcBef>
              <a:spcAft>
                <a:spcPts val="0"/>
              </a:spcAft>
              <a:buClr>
                <a:schemeClr val="dk1"/>
              </a:buClr>
              <a:buSzPts val="1200"/>
              <a:buChar char="○"/>
              <a:defRPr sz="1200">
                <a:solidFill>
                  <a:schemeClr val="dk1"/>
                </a:solidFill>
              </a:defRPr>
            </a:lvl8pPr>
            <a:lvl9pPr marL="4114800" lvl="8" indent="-304800" rtl="0">
              <a:spcBef>
                <a:spcPts val="0"/>
              </a:spcBef>
              <a:spcAft>
                <a:spcPts val="0"/>
              </a:spcAft>
              <a:buClr>
                <a:schemeClr val="dk1"/>
              </a:buClr>
              <a:buSzPts val="1200"/>
              <a:buChar char="■"/>
              <a:defRPr sz="1200">
                <a:solidFill>
                  <a:schemeClr val="dk1"/>
                </a:solidFill>
              </a:defRPr>
            </a:lvl9pPr>
          </a:lstStyle>
          <a:p>
            <a:endParaRPr/>
          </a:p>
        </p:txBody>
      </p:sp>
      <p:cxnSp>
        <p:nvCxnSpPr>
          <p:cNvPr id="4" name="Google Shape;29;p5">
            <a:extLst>
              <a:ext uri="{FF2B5EF4-FFF2-40B4-BE49-F238E27FC236}">
                <a16:creationId xmlns:a16="http://schemas.microsoft.com/office/drawing/2014/main" id="{80A249F5-85E5-82EA-5EE3-723221E6350F}"/>
              </a:ext>
            </a:extLst>
          </p:cNvPr>
          <p:cNvCxnSpPr/>
          <p:nvPr userDrawn="1"/>
        </p:nvCxnSpPr>
        <p:spPr>
          <a:xfrm>
            <a:off x="4572000" y="2734725"/>
            <a:ext cx="0" cy="1852800"/>
          </a:xfrm>
          <a:prstGeom prst="straightConnector1">
            <a:avLst/>
          </a:prstGeom>
          <a:noFill/>
          <a:ln w="9525" cap="flat" cmpd="sng">
            <a:solidFill>
              <a:schemeClr val="dk2"/>
            </a:solidFill>
            <a:prstDash val="solid"/>
            <a:round/>
            <a:headEnd type="none" w="med" len="med"/>
            <a:tailEnd type="none" w="med" len="med"/>
          </a:ln>
        </p:spPr>
      </p:cxnSp>
      <p:sp>
        <p:nvSpPr>
          <p:cNvPr id="5" name="Google Shape;30;p5">
            <a:extLst>
              <a:ext uri="{FF2B5EF4-FFF2-40B4-BE49-F238E27FC236}">
                <a16:creationId xmlns:a16="http://schemas.microsoft.com/office/drawing/2014/main" id="{0B1D5D14-474F-A0D0-5057-FAE028584EF8}"/>
              </a:ext>
            </a:extLst>
          </p:cNvPr>
          <p:cNvSpPr txBox="1">
            <a:spLocks noGrp="1"/>
          </p:cNvSpPr>
          <p:nvPr>
            <p:ph type="body" idx="2"/>
          </p:nvPr>
        </p:nvSpPr>
        <p:spPr>
          <a:xfrm>
            <a:off x="4954675" y="2770900"/>
            <a:ext cx="2598300" cy="1708500"/>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Clr>
                <a:schemeClr val="dk1"/>
              </a:buClr>
              <a:buSzPts val="1600"/>
              <a:buChar char="●"/>
              <a:defRPr sz="1600">
                <a:solidFill>
                  <a:schemeClr val="dk1"/>
                </a:solidFill>
              </a:defRPr>
            </a:lvl1pPr>
            <a:lvl2pPr marL="914400" lvl="1" indent="-304800" rtl="0">
              <a:spcBef>
                <a:spcPts val="0"/>
              </a:spcBef>
              <a:spcAft>
                <a:spcPts val="0"/>
              </a:spcAft>
              <a:buClr>
                <a:schemeClr val="dk1"/>
              </a:buClr>
              <a:buSzPts val="1200"/>
              <a:buChar char="○"/>
              <a:defRPr sz="1200">
                <a:solidFill>
                  <a:schemeClr val="dk1"/>
                </a:solidFill>
              </a:defRPr>
            </a:lvl2pPr>
            <a:lvl3pPr marL="1371600" lvl="2" indent="-304800" rtl="0">
              <a:spcBef>
                <a:spcPts val="0"/>
              </a:spcBef>
              <a:spcAft>
                <a:spcPts val="0"/>
              </a:spcAft>
              <a:buClr>
                <a:schemeClr val="dk1"/>
              </a:buClr>
              <a:buSzPts val="1200"/>
              <a:buChar char="■"/>
              <a:defRPr sz="1200">
                <a:solidFill>
                  <a:schemeClr val="dk1"/>
                </a:solidFill>
              </a:defRPr>
            </a:lvl3pPr>
            <a:lvl4pPr marL="1828800" lvl="3" indent="-304800" rtl="0">
              <a:spcBef>
                <a:spcPts val="0"/>
              </a:spcBef>
              <a:spcAft>
                <a:spcPts val="0"/>
              </a:spcAft>
              <a:buClr>
                <a:schemeClr val="dk1"/>
              </a:buClr>
              <a:buSzPts val="1200"/>
              <a:buChar char="●"/>
              <a:defRPr sz="1200">
                <a:solidFill>
                  <a:schemeClr val="dk1"/>
                </a:solidFill>
              </a:defRPr>
            </a:lvl4pPr>
            <a:lvl5pPr marL="2286000" lvl="4" indent="-304800" rtl="0">
              <a:spcBef>
                <a:spcPts val="0"/>
              </a:spcBef>
              <a:spcAft>
                <a:spcPts val="0"/>
              </a:spcAft>
              <a:buClr>
                <a:schemeClr val="dk1"/>
              </a:buClr>
              <a:buSzPts val="1200"/>
              <a:buChar char="○"/>
              <a:defRPr sz="1200">
                <a:solidFill>
                  <a:schemeClr val="dk1"/>
                </a:solidFill>
              </a:defRPr>
            </a:lvl5pPr>
            <a:lvl6pPr marL="2743200" lvl="5" indent="-304800" rtl="0">
              <a:spcBef>
                <a:spcPts val="0"/>
              </a:spcBef>
              <a:spcAft>
                <a:spcPts val="0"/>
              </a:spcAft>
              <a:buClr>
                <a:schemeClr val="dk1"/>
              </a:buClr>
              <a:buSzPts val="1200"/>
              <a:buChar char="■"/>
              <a:defRPr sz="1200">
                <a:solidFill>
                  <a:schemeClr val="dk1"/>
                </a:solidFill>
              </a:defRPr>
            </a:lvl6pPr>
            <a:lvl7pPr marL="3200400" lvl="6" indent="-304800" rtl="0">
              <a:spcBef>
                <a:spcPts val="0"/>
              </a:spcBef>
              <a:spcAft>
                <a:spcPts val="0"/>
              </a:spcAft>
              <a:buClr>
                <a:schemeClr val="dk1"/>
              </a:buClr>
              <a:buSzPts val="1200"/>
              <a:buChar char="●"/>
              <a:defRPr sz="1200">
                <a:solidFill>
                  <a:schemeClr val="dk1"/>
                </a:solidFill>
              </a:defRPr>
            </a:lvl7pPr>
            <a:lvl8pPr marL="3657600" lvl="7" indent="-304800" rtl="0">
              <a:spcBef>
                <a:spcPts val="0"/>
              </a:spcBef>
              <a:spcAft>
                <a:spcPts val="0"/>
              </a:spcAft>
              <a:buClr>
                <a:schemeClr val="dk1"/>
              </a:buClr>
              <a:buSzPts val="1200"/>
              <a:buChar char="○"/>
              <a:defRPr sz="1200">
                <a:solidFill>
                  <a:schemeClr val="dk1"/>
                </a:solidFill>
              </a:defRPr>
            </a:lvl8pPr>
            <a:lvl9pPr marL="4114800" lvl="8" indent="-304800" rtl="0">
              <a:spcBef>
                <a:spcPts val="0"/>
              </a:spcBef>
              <a:spcAft>
                <a:spcPts val="0"/>
              </a:spcAft>
              <a:buClr>
                <a:schemeClr val="dk1"/>
              </a:buClr>
              <a:buSzPts val="1200"/>
              <a:buChar char="■"/>
              <a:defRPr sz="1200">
                <a:solidFill>
                  <a:schemeClr val="dk1"/>
                </a:solidFill>
              </a:defRPr>
            </a:lvl9pPr>
          </a:lstStyle>
          <a:p>
            <a:endParaRPr/>
          </a:p>
        </p:txBody>
      </p:sp>
    </p:spTree>
    <p:extLst>
      <p:ext uri="{BB962C8B-B14F-4D97-AF65-F5344CB8AC3E}">
        <p14:creationId xmlns:p14="http://schemas.microsoft.com/office/powerpoint/2010/main" val="19783092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Google Shape;23;p4">
            <a:extLst>
              <a:ext uri="{FF2B5EF4-FFF2-40B4-BE49-F238E27FC236}">
                <a16:creationId xmlns:a16="http://schemas.microsoft.com/office/drawing/2014/main" id="{7BCEE1F1-BB5E-9A39-3B30-44642D273A99}"/>
              </a:ext>
            </a:extLst>
          </p:cNvPr>
          <p:cNvSpPr txBox="1">
            <a:spLocks noGrp="1"/>
          </p:cNvSpPr>
          <p:nvPr>
            <p:ph type="subTitle" idx="3"/>
          </p:nvPr>
        </p:nvSpPr>
        <p:spPr>
          <a:xfrm>
            <a:off x="387900" y="141075"/>
            <a:ext cx="3768300" cy="3936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1200"/>
              <a:buNone/>
              <a:defRPr sz="1200">
                <a:solidFill>
                  <a:schemeClr val="lt1"/>
                </a:solidFill>
              </a:defRPr>
            </a:lvl1pPr>
            <a:lvl2pPr lvl="1" rtl="0">
              <a:spcBef>
                <a:spcPts val="0"/>
              </a:spcBef>
              <a:spcAft>
                <a:spcPts val="0"/>
              </a:spcAft>
              <a:buSzPts val="800"/>
              <a:buNone/>
              <a:defRPr sz="800"/>
            </a:lvl2pPr>
            <a:lvl3pPr lvl="2" rtl="0">
              <a:spcBef>
                <a:spcPts val="0"/>
              </a:spcBef>
              <a:spcAft>
                <a:spcPts val="0"/>
              </a:spcAft>
              <a:buSzPts val="800"/>
              <a:buNone/>
              <a:defRPr sz="800"/>
            </a:lvl3pPr>
            <a:lvl4pPr lvl="3" rtl="0">
              <a:spcBef>
                <a:spcPts val="0"/>
              </a:spcBef>
              <a:spcAft>
                <a:spcPts val="0"/>
              </a:spcAft>
              <a:buSzPts val="800"/>
              <a:buNone/>
              <a:defRPr sz="800"/>
            </a:lvl4pPr>
            <a:lvl5pPr lvl="4" rtl="0">
              <a:spcBef>
                <a:spcPts val="0"/>
              </a:spcBef>
              <a:spcAft>
                <a:spcPts val="0"/>
              </a:spcAft>
              <a:buSzPts val="800"/>
              <a:buNone/>
              <a:defRPr sz="800"/>
            </a:lvl5pPr>
            <a:lvl6pPr lvl="5" rtl="0">
              <a:spcBef>
                <a:spcPts val="0"/>
              </a:spcBef>
              <a:spcAft>
                <a:spcPts val="0"/>
              </a:spcAft>
              <a:buSzPts val="800"/>
              <a:buNone/>
              <a:defRPr sz="800"/>
            </a:lvl6pPr>
            <a:lvl7pPr lvl="6" rtl="0">
              <a:spcBef>
                <a:spcPts val="0"/>
              </a:spcBef>
              <a:spcAft>
                <a:spcPts val="0"/>
              </a:spcAft>
              <a:buSzPts val="800"/>
              <a:buNone/>
              <a:defRPr sz="800"/>
            </a:lvl7pPr>
            <a:lvl8pPr lvl="7" rtl="0">
              <a:spcBef>
                <a:spcPts val="0"/>
              </a:spcBef>
              <a:spcAft>
                <a:spcPts val="0"/>
              </a:spcAft>
              <a:buSzPts val="800"/>
              <a:buNone/>
              <a:defRPr sz="800"/>
            </a:lvl8pPr>
            <a:lvl9pPr lvl="8" rtl="0">
              <a:spcBef>
                <a:spcPts val="0"/>
              </a:spcBef>
              <a:spcAft>
                <a:spcPts val="0"/>
              </a:spcAft>
              <a:buSzPts val="800"/>
              <a:buNone/>
              <a:defRPr sz="800"/>
            </a:lvl9pPr>
          </a:lstStyle>
          <a:p>
            <a:endParaRPr dirty="0"/>
          </a:p>
        </p:txBody>
      </p:sp>
      <p:sp>
        <p:nvSpPr>
          <p:cNvPr id="12" name="Google Shape;25;p4">
            <a:extLst>
              <a:ext uri="{FF2B5EF4-FFF2-40B4-BE49-F238E27FC236}">
                <a16:creationId xmlns:a16="http://schemas.microsoft.com/office/drawing/2014/main" id="{CBD50D83-3B66-E823-1283-5D2C6AF074C9}"/>
              </a:ext>
            </a:extLst>
          </p:cNvPr>
          <p:cNvSpPr txBox="1">
            <a:spLocks noGrp="1"/>
          </p:cNvSpPr>
          <p:nvPr>
            <p:ph type="sldNum" idx="12"/>
          </p:nvPr>
        </p:nvSpPr>
        <p:spPr>
          <a:xfrm>
            <a:off x="8243858" y="106692"/>
            <a:ext cx="548700" cy="393600"/>
          </a:xfrm>
          <a:prstGeom prst="rect">
            <a:avLst/>
          </a:prstGeom>
        </p:spPr>
        <p:txBody>
          <a:bodyPr spcFirstLastPara="1" wrap="square" lIns="91425" tIns="91425" rIns="91425" bIns="91425" anchor="t" anchorCtr="0">
            <a:normAutofit/>
          </a:bodyPr>
          <a:lstStyle>
            <a:lvl1pPr lvl="0" rtl="0">
              <a:buNone/>
              <a:defRPr>
                <a:solidFill>
                  <a:schemeClr val="accent2"/>
                </a:solidFill>
              </a:defRPr>
            </a:lvl1pPr>
            <a:lvl2pPr lvl="1" rtl="0">
              <a:buNone/>
              <a:defRPr>
                <a:solidFill>
                  <a:schemeClr val="accent2"/>
                </a:solidFill>
              </a:defRPr>
            </a:lvl2pPr>
            <a:lvl3pPr lvl="2" rtl="0">
              <a:buNone/>
              <a:defRPr>
                <a:solidFill>
                  <a:schemeClr val="accent2"/>
                </a:solidFill>
              </a:defRPr>
            </a:lvl3pPr>
            <a:lvl4pPr lvl="3" rtl="0">
              <a:buNone/>
              <a:defRPr>
                <a:solidFill>
                  <a:schemeClr val="accent2"/>
                </a:solidFill>
              </a:defRPr>
            </a:lvl4pPr>
            <a:lvl5pPr lvl="4" rtl="0">
              <a:buNone/>
              <a:defRPr>
                <a:solidFill>
                  <a:schemeClr val="accent2"/>
                </a:solidFill>
              </a:defRPr>
            </a:lvl5pPr>
            <a:lvl6pPr lvl="5" rtl="0">
              <a:buNone/>
              <a:defRPr>
                <a:solidFill>
                  <a:schemeClr val="accent2"/>
                </a:solidFill>
              </a:defRPr>
            </a:lvl6pPr>
            <a:lvl7pPr lvl="6" rtl="0">
              <a:buNone/>
              <a:defRPr>
                <a:solidFill>
                  <a:schemeClr val="accent2"/>
                </a:solidFill>
              </a:defRPr>
            </a:lvl7pPr>
            <a:lvl8pPr lvl="7" rtl="0">
              <a:buNone/>
              <a:defRPr>
                <a:solidFill>
                  <a:schemeClr val="accent2"/>
                </a:solidFill>
              </a:defRPr>
            </a:lvl8pPr>
            <a:lvl9pPr lvl="8" rtl="0">
              <a:buNone/>
              <a:defRPr>
                <a:solidFill>
                  <a:schemeClr val="accent2"/>
                </a:solidFill>
              </a:defRPr>
            </a:lvl9pPr>
          </a:lstStyle>
          <a:p>
            <a:pPr marL="0" lvl="0" indent="0" algn="r" rtl="0">
              <a:spcBef>
                <a:spcPts val="0"/>
              </a:spcBef>
              <a:spcAft>
                <a:spcPts val="0"/>
              </a:spcAft>
              <a:buNone/>
            </a:pPr>
            <a:fld id="{00000000-1234-1234-1234-123412341234}" type="slidenum">
              <a:rPr lang="en"/>
              <a:t>‹#›</a:t>
            </a:fld>
            <a:endParaRPr/>
          </a:p>
        </p:txBody>
      </p:sp>
      <p:sp>
        <p:nvSpPr>
          <p:cNvPr id="6" name="Google Shape;34;p6">
            <a:extLst>
              <a:ext uri="{FF2B5EF4-FFF2-40B4-BE49-F238E27FC236}">
                <a16:creationId xmlns:a16="http://schemas.microsoft.com/office/drawing/2014/main" id="{5FC66DFF-8561-60DB-A937-68A4ABF497DF}"/>
              </a:ext>
            </a:extLst>
          </p:cNvPr>
          <p:cNvSpPr txBox="1">
            <a:spLocks noGrp="1"/>
          </p:cNvSpPr>
          <p:nvPr>
            <p:ph type="body" idx="1"/>
          </p:nvPr>
        </p:nvSpPr>
        <p:spPr>
          <a:xfrm>
            <a:off x="4080000" y="2483800"/>
            <a:ext cx="1828800" cy="1708500"/>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Clr>
                <a:schemeClr val="dk1"/>
              </a:buClr>
              <a:buSzPts val="1600"/>
              <a:buChar char="●"/>
              <a:defRPr sz="1600">
                <a:solidFill>
                  <a:schemeClr val="dk1"/>
                </a:solidFill>
              </a:defRPr>
            </a:lvl1pPr>
            <a:lvl2pPr marL="914400" lvl="1" indent="-304800" rtl="0">
              <a:spcBef>
                <a:spcPts val="0"/>
              </a:spcBef>
              <a:spcAft>
                <a:spcPts val="0"/>
              </a:spcAft>
              <a:buClr>
                <a:schemeClr val="dk1"/>
              </a:buClr>
              <a:buSzPts val="1200"/>
              <a:buChar char="○"/>
              <a:defRPr sz="1200">
                <a:solidFill>
                  <a:schemeClr val="dk1"/>
                </a:solidFill>
              </a:defRPr>
            </a:lvl2pPr>
            <a:lvl3pPr marL="1371600" lvl="2" indent="-304800" rtl="0">
              <a:spcBef>
                <a:spcPts val="0"/>
              </a:spcBef>
              <a:spcAft>
                <a:spcPts val="0"/>
              </a:spcAft>
              <a:buClr>
                <a:schemeClr val="dk1"/>
              </a:buClr>
              <a:buSzPts val="1200"/>
              <a:buChar char="■"/>
              <a:defRPr sz="1200">
                <a:solidFill>
                  <a:schemeClr val="dk1"/>
                </a:solidFill>
              </a:defRPr>
            </a:lvl3pPr>
            <a:lvl4pPr marL="1828800" lvl="3" indent="-304800" rtl="0">
              <a:spcBef>
                <a:spcPts val="0"/>
              </a:spcBef>
              <a:spcAft>
                <a:spcPts val="0"/>
              </a:spcAft>
              <a:buClr>
                <a:schemeClr val="dk1"/>
              </a:buClr>
              <a:buSzPts val="1200"/>
              <a:buChar char="●"/>
              <a:defRPr sz="1200">
                <a:solidFill>
                  <a:schemeClr val="dk1"/>
                </a:solidFill>
              </a:defRPr>
            </a:lvl4pPr>
            <a:lvl5pPr marL="2286000" lvl="4" indent="-304800" rtl="0">
              <a:spcBef>
                <a:spcPts val="0"/>
              </a:spcBef>
              <a:spcAft>
                <a:spcPts val="0"/>
              </a:spcAft>
              <a:buClr>
                <a:schemeClr val="dk1"/>
              </a:buClr>
              <a:buSzPts val="1200"/>
              <a:buChar char="○"/>
              <a:defRPr sz="1200">
                <a:solidFill>
                  <a:schemeClr val="dk1"/>
                </a:solidFill>
              </a:defRPr>
            </a:lvl5pPr>
            <a:lvl6pPr marL="2743200" lvl="5" indent="-304800" rtl="0">
              <a:spcBef>
                <a:spcPts val="0"/>
              </a:spcBef>
              <a:spcAft>
                <a:spcPts val="0"/>
              </a:spcAft>
              <a:buClr>
                <a:schemeClr val="dk1"/>
              </a:buClr>
              <a:buSzPts val="1200"/>
              <a:buChar char="■"/>
              <a:defRPr sz="1200">
                <a:solidFill>
                  <a:schemeClr val="dk1"/>
                </a:solidFill>
              </a:defRPr>
            </a:lvl6pPr>
            <a:lvl7pPr marL="3200400" lvl="6" indent="-304800" rtl="0">
              <a:spcBef>
                <a:spcPts val="0"/>
              </a:spcBef>
              <a:spcAft>
                <a:spcPts val="0"/>
              </a:spcAft>
              <a:buClr>
                <a:schemeClr val="dk1"/>
              </a:buClr>
              <a:buSzPts val="1200"/>
              <a:buChar char="●"/>
              <a:defRPr sz="1200">
                <a:solidFill>
                  <a:schemeClr val="dk1"/>
                </a:solidFill>
              </a:defRPr>
            </a:lvl7pPr>
            <a:lvl8pPr marL="3657600" lvl="7" indent="-304800" rtl="0">
              <a:spcBef>
                <a:spcPts val="0"/>
              </a:spcBef>
              <a:spcAft>
                <a:spcPts val="0"/>
              </a:spcAft>
              <a:buClr>
                <a:schemeClr val="dk1"/>
              </a:buClr>
              <a:buSzPts val="1200"/>
              <a:buChar char="○"/>
              <a:defRPr sz="1200">
                <a:solidFill>
                  <a:schemeClr val="dk1"/>
                </a:solidFill>
              </a:defRPr>
            </a:lvl8pPr>
            <a:lvl9pPr marL="4114800" lvl="8" indent="-304800" rtl="0">
              <a:spcBef>
                <a:spcPts val="0"/>
              </a:spcBef>
              <a:spcAft>
                <a:spcPts val="0"/>
              </a:spcAft>
              <a:buClr>
                <a:schemeClr val="dk1"/>
              </a:buClr>
              <a:buSzPts val="1200"/>
              <a:buChar char="■"/>
              <a:defRPr sz="1200">
                <a:solidFill>
                  <a:schemeClr val="dk1"/>
                </a:solidFill>
              </a:defRPr>
            </a:lvl9pPr>
          </a:lstStyle>
          <a:p>
            <a:endParaRPr/>
          </a:p>
        </p:txBody>
      </p:sp>
      <p:sp>
        <p:nvSpPr>
          <p:cNvPr id="7" name="Google Shape;35;p6">
            <a:extLst>
              <a:ext uri="{FF2B5EF4-FFF2-40B4-BE49-F238E27FC236}">
                <a16:creationId xmlns:a16="http://schemas.microsoft.com/office/drawing/2014/main" id="{EFF21C56-7AF9-66E6-BCA4-D7F0B9C4E515}"/>
              </a:ext>
            </a:extLst>
          </p:cNvPr>
          <p:cNvSpPr txBox="1">
            <a:spLocks noGrp="1"/>
          </p:cNvSpPr>
          <p:nvPr>
            <p:ph type="body" idx="2"/>
          </p:nvPr>
        </p:nvSpPr>
        <p:spPr>
          <a:xfrm>
            <a:off x="6338850" y="2483800"/>
            <a:ext cx="1828800" cy="1708500"/>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Clr>
                <a:schemeClr val="dk1"/>
              </a:buClr>
              <a:buSzPts val="1600"/>
              <a:buChar char="●"/>
              <a:defRPr sz="1600">
                <a:solidFill>
                  <a:schemeClr val="dk1"/>
                </a:solidFill>
              </a:defRPr>
            </a:lvl1pPr>
            <a:lvl2pPr marL="914400" lvl="1" indent="-304800" rtl="0">
              <a:spcBef>
                <a:spcPts val="0"/>
              </a:spcBef>
              <a:spcAft>
                <a:spcPts val="0"/>
              </a:spcAft>
              <a:buClr>
                <a:schemeClr val="dk1"/>
              </a:buClr>
              <a:buSzPts val="1200"/>
              <a:buChar char="○"/>
              <a:defRPr sz="1200">
                <a:solidFill>
                  <a:schemeClr val="dk1"/>
                </a:solidFill>
              </a:defRPr>
            </a:lvl2pPr>
            <a:lvl3pPr marL="1371600" lvl="2" indent="-304800" rtl="0">
              <a:spcBef>
                <a:spcPts val="0"/>
              </a:spcBef>
              <a:spcAft>
                <a:spcPts val="0"/>
              </a:spcAft>
              <a:buClr>
                <a:schemeClr val="dk1"/>
              </a:buClr>
              <a:buSzPts val="1200"/>
              <a:buChar char="■"/>
              <a:defRPr sz="1200">
                <a:solidFill>
                  <a:schemeClr val="dk1"/>
                </a:solidFill>
              </a:defRPr>
            </a:lvl3pPr>
            <a:lvl4pPr marL="1828800" lvl="3" indent="-304800" rtl="0">
              <a:spcBef>
                <a:spcPts val="0"/>
              </a:spcBef>
              <a:spcAft>
                <a:spcPts val="0"/>
              </a:spcAft>
              <a:buClr>
                <a:schemeClr val="dk1"/>
              </a:buClr>
              <a:buSzPts val="1200"/>
              <a:buChar char="●"/>
              <a:defRPr sz="1200">
                <a:solidFill>
                  <a:schemeClr val="dk1"/>
                </a:solidFill>
              </a:defRPr>
            </a:lvl4pPr>
            <a:lvl5pPr marL="2286000" lvl="4" indent="-304800" rtl="0">
              <a:spcBef>
                <a:spcPts val="0"/>
              </a:spcBef>
              <a:spcAft>
                <a:spcPts val="0"/>
              </a:spcAft>
              <a:buClr>
                <a:schemeClr val="dk1"/>
              </a:buClr>
              <a:buSzPts val="1200"/>
              <a:buChar char="○"/>
              <a:defRPr sz="1200">
                <a:solidFill>
                  <a:schemeClr val="dk1"/>
                </a:solidFill>
              </a:defRPr>
            </a:lvl5pPr>
            <a:lvl6pPr marL="2743200" lvl="5" indent="-304800" rtl="0">
              <a:spcBef>
                <a:spcPts val="0"/>
              </a:spcBef>
              <a:spcAft>
                <a:spcPts val="0"/>
              </a:spcAft>
              <a:buClr>
                <a:schemeClr val="dk1"/>
              </a:buClr>
              <a:buSzPts val="1200"/>
              <a:buChar char="■"/>
              <a:defRPr sz="1200">
                <a:solidFill>
                  <a:schemeClr val="dk1"/>
                </a:solidFill>
              </a:defRPr>
            </a:lvl6pPr>
            <a:lvl7pPr marL="3200400" lvl="6" indent="-304800" rtl="0">
              <a:spcBef>
                <a:spcPts val="0"/>
              </a:spcBef>
              <a:spcAft>
                <a:spcPts val="0"/>
              </a:spcAft>
              <a:buClr>
                <a:schemeClr val="dk1"/>
              </a:buClr>
              <a:buSzPts val="1200"/>
              <a:buChar char="●"/>
              <a:defRPr sz="1200">
                <a:solidFill>
                  <a:schemeClr val="dk1"/>
                </a:solidFill>
              </a:defRPr>
            </a:lvl7pPr>
            <a:lvl8pPr marL="3657600" lvl="7" indent="-304800" rtl="0">
              <a:spcBef>
                <a:spcPts val="0"/>
              </a:spcBef>
              <a:spcAft>
                <a:spcPts val="0"/>
              </a:spcAft>
              <a:buClr>
                <a:schemeClr val="dk1"/>
              </a:buClr>
              <a:buSzPts val="1200"/>
              <a:buChar char="○"/>
              <a:defRPr sz="1200">
                <a:solidFill>
                  <a:schemeClr val="dk1"/>
                </a:solidFill>
              </a:defRPr>
            </a:lvl8pPr>
            <a:lvl9pPr marL="4114800" lvl="8" indent="-304800" rtl="0">
              <a:spcBef>
                <a:spcPts val="0"/>
              </a:spcBef>
              <a:spcAft>
                <a:spcPts val="0"/>
              </a:spcAft>
              <a:buClr>
                <a:schemeClr val="dk1"/>
              </a:buClr>
              <a:buSzPts val="1200"/>
              <a:buChar char="■"/>
              <a:defRPr sz="1200">
                <a:solidFill>
                  <a:schemeClr val="dk1"/>
                </a:solidFill>
              </a:defRPr>
            </a:lvl9pPr>
          </a:lstStyle>
          <a:p>
            <a:endParaRPr/>
          </a:p>
        </p:txBody>
      </p:sp>
      <p:sp>
        <p:nvSpPr>
          <p:cNvPr id="8" name="Google Shape;36;p6">
            <a:extLst>
              <a:ext uri="{FF2B5EF4-FFF2-40B4-BE49-F238E27FC236}">
                <a16:creationId xmlns:a16="http://schemas.microsoft.com/office/drawing/2014/main" id="{94C6C7E4-002D-CC99-987D-28B937BED489}"/>
              </a:ext>
            </a:extLst>
          </p:cNvPr>
          <p:cNvSpPr txBox="1">
            <a:spLocks noGrp="1"/>
          </p:cNvSpPr>
          <p:nvPr>
            <p:ph type="title"/>
          </p:nvPr>
        </p:nvSpPr>
        <p:spPr>
          <a:xfrm>
            <a:off x="686950" y="1081900"/>
            <a:ext cx="2562600" cy="3714300"/>
          </a:xfrm>
          <a:prstGeom prst="rect">
            <a:avLst/>
          </a:prstGeom>
        </p:spPr>
        <p:txBody>
          <a:bodyPr spcFirstLastPara="1" wrap="square" lIns="91425" tIns="91425" rIns="91425" bIns="91425" anchor="t" anchorCtr="0">
            <a:normAutofit/>
          </a:bodyPr>
          <a:lstStyle>
            <a:lvl1pPr lvl="0" rtl="0">
              <a:spcBef>
                <a:spcPts val="0"/>
              </a:spcBef>
              <a:spcAft>
                <a:spcPts val="0"/>
              </a:spcAft>
              <a:buSzPts val="4600"/>
              <a:buFont typeface="Georgia"/>
              <a:buNone/>
              <a:defRPr sz="4600">
                <a:latin typeface="Georgia"/>
                <a:ea typeface="Georgia"/>
                <a:cs typeface="Georgia"/>
                <a:sym typeface="Georgia"/>
              </a:defRPr>
            </a:lvl1pPr>
            <a:lvl2pPr lvl="1" rtl="0">
              <a:spcBef>
                <a:spcPts val="0"/>
              </a:spcBef>
              <a:spcAft>
                <a:spcPts val="0"/>
              </a:spcAft>
              <a:buSzPts val="4600"/>
              <a:buFont typeface="Georgia"/>
              <a:buNone/>
              <a:defRPr sz="4600">
                <a:latin typeface="Georgia"/>
                <a:ea typeface="Georgia"/>
                <a:cs typeface="Georgia"/>
                <a:sym typeface="Georgia"/>
              </a:defRPr>
            </a:lvl2pPr>
            <a:lvl3pPr lvl="2" rtl="0">
              <a:spcBef>
                <a:spcPts val="0"/>
              </a:spcBef>
              <a:spcAft>
                <a:spcPts val="0"/>
              </a:spcAft>
              <a:buSzPts val="4600"/>
              <a:buFont typeface="Georgia"/>
              <a:buNone/>
              <a:defRPr sz="4600">
                <a:latin typeface="Georgia"/>
                <a:ea typeface="Georgia"/>
                <a:cs typeface="Georgia"/>
                <a:sym typeface="Georgia"/>
              </a:defRPr>
            </a:lvl3pPr>
            <a:lvl4pPr lvl="3" rtl="0">
              <a:spcBef>
                <a:spcPts val="0"/>
              </a:spcBef>
              <a:spcAft>
                <a:spcPts val="0"/>
              </a:spcAft>
              <a:buSzPts val="4600"/>
              <a:buFont typeface="Georgia"/>
              <a:buNone/>
              <a:defRPr sz="4600">
                <a:latin typeface="Georgia"/>
                <a:ea typeface="Georgia"/>
                <a:cs typeface="Georgia"/>
                <a:sym typeface="Georgia"/>
              </a:defRPr>
            </a:lvl4pPr>
            <a:lvl5pPr lvl="4" rtl="0">
              <a:spcBef>
                <a:spcPts val="0"/>
              </a:spcBef>
              <a:spcAft>
                <a:spcPts val="0"/>
              </a:spcAft>
              <a:buSzPts val="4600"/>
              <a:buFont typeface="Georgia"/>
              <a:buNone/>
              <a:defRPr sz="4600">
                <a:latin typeface="Georgia"/>
                <a:ea typeface="Georgia"/>
                <a:cs typeface="Georgia"/>
                <a:sym typeface="Georgia"/>
              </a:defRPr>
            </a:lvl5pPr>
            <a:lvl6pPr lvl="5" rtl="0">
              <a:spcBef>
                <a:spcPts val="0"/>
              </a:spcBef>
              <a:spcAft>
                <a:spcPts val="0"/>
              </a:spcAft>
              <a:buSzPts val="4600"/>
              <a:buFont typeface="Georgia"/>
              <a:buNone/>
              <a:defRPr sz="4600">
                <a:latin typeface="Georgia"/>
                <a:ea typeface="Georgia"/>
                <a:cs typeface="Georgia"/>
                <a:sym typeface="Georgia"/>
              </a:defRPr>
            </a:lvl6pPr>
            <a:lvl7pPr lvl="6" rtl="0">
              <a:spcBef>
                <a:spcPts val="0"/>
              </a:spcBef>
              <a:spcAft>
                <a:spcPts val="0"/>
              </a:spcAft>
              <a:buSzPts val="4600"/>
              <a:buFont typeface="Georgia"/>
              <a:buNone/>
              <a:defRPr sz="4600">
                <a:latin typeface="Georgia"/>
                <a:ea typeface="Georgia"/>
                <a:cs typeface="Georgia"/>
                <a:sym typeface="Georgia"/>
              </a:defRPr>
            </a:lvl7pPr>
            <a:lvl8pPr lvl="7" rtl="0">
              <a:spcBef>
                <a:spcPts val="0"/>
              </a:spcBef>
              <a:spcAft>
                <a:spcPts val="0"/>
              </a:spcAft>
              <a:buSzPts val="4600"/>
              <a:buFont typeface="Georgia"/>
              <a:buNone/>
              <a:defRPr sz="4600">
                <a:latin typeface="Georgia"/>
                <a:ea typeface="Georgia"/>
                <a:cs typeface="Georgia"/>
                <a:sym typeface="Georgia"/>
              </a:defRPr>
            </a:lvl8pPr>
            <a:lvl9pPr lvl="8" rtl="0">
              <a:spcBef>
                <a:spcPts val="0"/>
              </a:spcBef>
              <a:spcAft>
                <a:spcPts val="0"/>
              </a:spcAft>
              <a:buSzPts val="4600"/>
              <a:buFont typeface="Georgia"/>
              <a:buNone/>
              <a:defRPr sz="4600">
                <a:latin typeface="Georgia"/>
                <a:ea typeface="Georgia"/>
                <a:cs typeface="Georgia"/>
                <a:sym typeface="Georgia"/>
              </a:defRPr>
            </a:lvl9pPr>
          </a:lstStyle>
          <a:p>
            <a:endParaRPr/>
          </a:p>
        </p:txBody>
      </p:sp>
      <p:sp>
        <p:nvSpPr>
          <p:cNvPr id="9" name="Google Shape;37;p6">
            <a:extLst>
              <a:ext uri="{FF2B5EF4-FFF2-40B4-BE49-F238E27FC236}">
                <a16:creationId xmlns:a16="http://schemas.microsoft.com/office/drawing/2014/main" id="{AC5C48E9-8BD4-498A-FFD8-418F505EC664}"/>
              </a:ext>
            </a:extLst>
          </p:cNvPr>
          <p:cNvSpPr>
            <a:spLocks noGrp="1"/>
          </p:cNvSpPr>
          <p:nvPr>
            <p:ph type="pic" idx="13"/>
          </p:nvPr>
        </p:nvSpPr>
        <p:spPr>
          <a:xfrm>
            <a:off x="4284525" y="1103600"/>
            <a:ext cx="1107000" cy="1107000"/>
          </a:xfrm>
          <a:prstGeom prst="ellipse">
            <a:avLst/>
          </a:prstGeom>
          <a:noFill/>
          <a:ln>
            <a:noFill/>
          </a:ln>
        </p:spPr>
      </p:sp>
      <p:sp>
        <p:nvSpPr>
          <p:cNvPr id="11" name="Google Shape;38;p6">
            <a:extLst>
              <a:ext uri="{FF2B5EF4-FFF2-40B4-BE49-F238E27FC236}">
                <a16:creationId xmlns:a16="http://schemas.microsoft.com/office/drawing/2014/main" id="{117E4942-88B2-F745-6083-7C627D6325B6}"/>
              </a:ext>
            </a:extLst>
          </p:cNvPr>
          <p:cNvSpPr>
            <a:spLocks noGrp="1"/>
          </p:cNvSpPr>
          <p:nvPr>
            <p:ph type="pic" idx="4"/>
          </p:nvPr>
        </p:nvSpPr>
        <p:spPr>
          <a:xfrm>
            <a:off x="6543375" y="1103600"/>
            <a:ext cx="1107000" cy="1107000"/>
          </a:xfrm>
          <a:prstGeom prst="ellipse">
            <a:avLst/>
          </a:prstGeom>
          <a:noFill/>
          <a:ln>
            <a:noFill/>
          </a:ln>
        </p:spPr>
      </p:sp>
    </p:spTree>
    <p:extLst>
      <p:ext uri="{BB962C8B-B14F-4D97-AF65-F5344CB8AC3E}">
        <p14:creationId xmlns:p14="http://schemas.microsoft.com/office/powerpoint/2010/main" val="358308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Google Shape;23;p4">
            <a:extLst>
              <a:ext uri="{FF2B5EF4-FFF2-40B4-BE49-F238E27FC236}">
                <a16:creationId xmlns:a16="http://schemas.microsoft.com/office/drawing/2014/main" id="{7BCEE1F1-BB5E-9A39-3B30-44642D273A99}"/>
              </a:ext>
            </a:extLst>
          </p:cNvPr>
          <p:cNvSpPr txBox="1">
            <a:spLocks noGrp="1"/>
          </p:cNvSpPr>
          <p:nvPr>
            <p:ph type="subTitle" idx="3"/>
          </p:nvPr>
        </p:nvSpPr>
        <p:spPr>
          <a:xfrm>
            <a:off x="387900" y="141075"/>
            <a:ext cx="3768300" cy="3936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1200"/>
              <a:buNone/>
              <a:defRPr sz="1200">
                <a:solidFill>
                  <a:schemeClr val="lt1"/>
                </a:solidFill>
              </a:defRPr>
            </a:lvl1pPr>
            <a:lvl2pPr lvl="1" rtl="0">
              <a:spcBef>
                <a:spcPts val="0"/>
              </a:spcBef>
              <a:spcAft>
                <a:spcPts val="0"/>
              </a:spcAft>
              <a:buSzPts val="800"/>
              <a:buNone/>
              <a:defRPr sz="800"/>
            </a:lvl2pPr>
            <a:lvl3pPr lvl="2" rtl="0">
              <a:spcBef>
                <a:spcPts val="0"/>
              </a:spcBef>
              <a:spcAft>
                <a:spcPts val="0"/>
              </a:spcAft>
              <a:buSzPts val="800"/>
              <a:buNone/>
              <a:defRPr sz="800"/>
            </a:lvl3pPr>
            <a:lvl4pPr lvl="3" rtl="0">
              <a:spcBef>
                <a:spcPts val="0"/>
              </a:spcBef>
              <a:spcAft>
                <a:spcPts val="0"/>
              </a:spcAft>
              <a:buSzPts val="800"/>
              <a:buNone/>
              <a:defRPr sz="800"/>
            </a:lvl4pPr>
            <a:lvl5pPr lvl="4" rtl="0">
              <a:spcBef>
                <a:spcPts val="0"/>
              </a:spcBef>
              <a:spcAft>
                <a:spcPts val="0"/>
              </a:spcAft>
              <a:buSzPts val="800"/>
              <a:buNone/>
              <a:defRPr sz="800"/>
            </a:lvl5pPr>
            <a:lvl6pPr lvl="5" rtl="0">
              <a:spcBef>
                <a:spcPts val="0"/>
              </a:spcBef>
              <a:spcAft>
                <a:spcPts val="0"/>
              </a:spcAft>
              <a:buSzPts val="800"/>
              <a:buNone/>
              <a:defRPr sz="800"/>
            </a:lvl6pPr>
            <a:lvl7pPr lvl="6" rtl="0">
              <a:spcBef>
                <a:spcPts val="0"/>
              </a:spcBef>
              <a:spcAft>
                <a:spcPts val="0"/>
              </a:spcAft>
              <a:buSzPts val="800"/>
              <a:buNone/>
              <a:defRPr sz="800"/>
            </a:lvl7pPr>
            <a:lvl8pPr lvl="7" rtl="0">
              <a:spcBef>
                <a:spcPts val="0"/>
              </a:spcBef>
              <a:spcAft>
                <a:spcPts val="0"/>
              </a:spcAft>
              <a:buSzPts val="800"/>
              <a:buNone/>
              <a:defRPr sz="800"/>
            </a:lvl8pPr>
            <a:lvl9pPr lvl="8" rtl="0">
              <a:spcBef>
                <a:spcPts val="0"/>
              </a:spcBef>
              <a:spcAft>
                <a:spcPts val="0"/>
              </a:spcAft>
              <a:buSzPts val="800"/>
              <a:buNone/>
              <a:defRPr sz="800"/>
            </a:lvl9pPr>
          </a:lstStyle>
          <a:p>
            <a:endParaRPr dirty="0"/>
          </a:p>
        </p:txBody>
      </p:sp>
      <p:sp>
        <p:nvSpPr>
          <p:cNvPr id="12" name="Google Shape;25;p4">
            <a:extLst>
              <a:ext uri="{FF2B5EF4-FFF2-40B4-BE49-F238E27FC236}">
                <a16:creationId xmlns:a16="http://schemas.microsoft.com/office/drawing/2014/main" id="{CBD50D83-3B66-E823-1283-5D2C6AF074C9}"/>
              </a:ext>
            </a:extLst>
          </p:cNvPr>
          <p:cNvSpPr txBox="1">
            <a:spLocks noGrp="1"/>
          </p:cNvSpPr>
          <p:nvPr>
            <p:ph type="sldNum" idx="12"/>
          </p:nvPr>
        </p:nvSpPr>
        <p:spPr>
          <a:xfrm>
            <a:off x="8243858" y="106692"/>
            <a:ext cx="548700" cy="393600"/>
          </a:xfrm>
          <a:prstGeom prst="rect">
            <a:avLst/>
          </a:prstGeom>
        </p:spPr>
        <p:txBody>
          <a:bodyPr spcFirstLastPara="1" wrap="square" lIns="91425" tIns="91425" rIns="91425" bIns="91425" anchor="t" anchorCtr="0">
            <a:normAutofit/>
          </a:bodyPr>
          <a:lstStyle>
            <a:lvl1pPr lvl="0" rtl="0">
              <a:buNone/>
              <a:defRPr>
                <a:solidFill>
                  <a:schemeClr val="accent2"/>
                </a:solidFill>
              </a:defRPr>
            </a:lvl1pPr>
            <a:lvl2pPr lvl="1" rtl="0">
              <a:buNone/>
              <a:defRPr>
                <a:solidFill>
                  <a:schemeClr val="accent2"/>
                </a:solidFill>
              </a:defRPr>
            </a:lvl2pPr>
            <a:lvl3pPr lvl="2" rtl="0">
              <a:buNone/>
              <a:defRPr>
                <a:solidFill>
                  <a:schemeClr val="accent2"/>
                </a:solidFill>
              </a:defRPr>
            </a:lvl3pPr>
            <a:lvl4pPr lvl="3" rtl="0">
              <a:buNone/>
              <a:defRPr>
                <a:solidFill>
                  <a:schemeClr val="accent2"/>
                </a:solidFill>
              </a:defRPr>
            </a:lvl4pPr>
            <a:lvl5pPr lvl="4" rtl="0">
              <a:buNone/>
              <a:defRPr>
                <a:solidFill>
                  <a:schemeClr val="accent2"/>
                </a:solidFill>
              </a:defRPr>
            </a:lvl5pPr>
            <a:lvl6pPr lvl="5" rtl="0">
              <a:buNone/>
              <a:defRPr>
                <a:solidFill>
                  <a:schemeClr val="accent2"/>
                </a:solidFill>
              </a:defRPr>
            </a:lvl6pPr>
            <a:lvl7pPr lvl="6" rtl="0">
              <a:buNone/>
              <a:defRPr>
                <a:solidFill>
                  <a:schemeClr val="accent2"/>
                </a:solidFill>
              </a:defRPr>
            </a:lvl7pPr>
            <a:lvl8pPr lvl="7" rtl="0">
              <a:buNone/>
              <a:defRPr>
                <a:solidFill>
                  <a:schemeClr val="accent2"/>
                </a:solidFill>
              </a:defRPr>
            </a:lvl8pPr>
            <a:lvl9pPr lvl="8" rtl="0">
              <a:buNone/>
              <a:defRPr>
                <a:solidFill>
                  <a:schemeClr val="accent2"/>
                </a:solidFill>
              </a:defRPr>
            </a:lvl9pPr>
          </a:lstStyle>
          <a:p>
            <a:pPr marL="0" lvl="0" indent="0" algn="r" rtl="0">
              <a:spcBef>
                <a:spcPts val="0"/>
              </a:spcBef>
              <a:spcAft>
                <a:spcPts val="0"/>
              </a:spcAft>
              <a:buNone/>
            </a:pPr>
            <a:fld id="{00000000-1234-1234-1234-123412341234}" type="slidenum">
              <a:rPr lang="en"/>
              <a:t>‹#›</a:t>
            </a:fld>
            <a:endParaRPr/>
          </a:p>
        </p:txBody>
      </p:sp>
      <p:sp>
        <p:nvSpPr>
          <p:cNvPr id="2" name="Google Shape;42;p7">
            <a:extLst>
              <a:ext uri="{FF2B5EF4-FFF2-40B4-BE49-F238E27FC236}">
                <a16:creationId xmlns:a16="http://schemas.microsoft.com/office/drawing/2014/main" id="{BD6370DA-F18F-B9CF-6F9E-D2D405AC0095}"/>
              </a:ext>
            </a:extLst>
          </p:cNvPr>
          <p:cNvSpPr txBox="1">
            <a:spLocks noGrp="1"/>
          </p:cNvSpPr>
          <p:nvPr>
            <p:ph type="body" idx="1"/>
          </p:nvPr>
        </p:nvSpPr>
        <p:spPr>
          <a:xfrm>
            <a:off x="4080000" y="2560000"/>
            <a:ext cx="1828800" cy="1708500"/>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Clr>
                <a:schemeClr val="dk1"/>
              </a:buClr>
              <a:buSzPts val="1600"/>
              <a:buChar char="●"/>
              <a:defRPr sz="1600">
                <a:solidFill>
                  <a:schemeClr val="dk1"/>
                </a:solidFill>
              </a:defRPr>
            </a:lvl1pPr>
            <a:lvl2pPr marL="914400" lvl="1" indent="-304800" rtl="0">
              <a:spcBef>
                <a:spcPts val="0"/>
              </a:spcBef>
              <a:spcAft>
                <a:spcPts val="0"/>
              </a:spcAft>
              <a:buClr>
                <a:schemeClr val="dk1"/>
              </a:buClr>
              <a:buSzPts val="1200"/>
              <a:buChar char="○"/>
              <a:defRPr sz="1200">
                <a:solidFill>
                  <a:schemeClr val="dk1"/>
                </a:solidFill>
              </a:defRPr>
            </a:lvl2pPr>
            <a:lvl3pPr marL="1371600" lvl="2" indent="-304800" rtl="0">
              <a:spcBef>
                <a:spcPts val="0"/>
              </a:spcBef>
              <a:spcAft>
                <a:spcPts val="0"/>
              </a:spcAft>
              <a:buClr>
                <a:schemeClr val="dk1"/>
              </a:buClr>
              <a:buSzPts val="1200"/>
              <a:buChar char="■"/>
              <a:defRPr sz="1200">
                <a:solidFill>
                  <a:schemeClr val="dk1"/>
                </a:solidFill>
              </a:defRPr>
            </a:lvl3pPr>
            <a:lvl4pPr marL="1828800" lvl="3" indent="-304800" rtl="0">
              <a:spcBef>
                <a:spcPts val="0"/>
              </a:spcBef>
              <a:spcAft>
                <a:spcPts val="0"/>
              </a:spcAft>
              <a:buClr>
                <a:schemeClr val="dk1"/>
              </a:buClr>
              <a:buSzPts val="1200"/>
              <a:buChar char="●"/>
              <a:defRPr sz="1200">
                <a:solidFill>
                  <a:schemeClr val="dk1"/>
                </a:solidFill>
              </a:defRPr>
            </a:lvl4pPr>
            <a:lvl5pPr marL="2286000" lvl="4" indent="-304800" rtl="0">
              <a:spcBef>
                <a:spcPts val="0"/>
              </a:spcBef>
              <a:spcAft>
                <a:spcPts val="0"/>
              </a:spcAft>
              <a:buClr>
                <a:schemeClr val="dk1"/>
              </a:buClr>
              <a:buSzPts val="1200"/>
              <a:buChar char="○"/>
              <a:defRPr sz="1200">
                <a:solidFill>
                  <a:schemeClr val="dk1"/>
                </a:solidFill>
              </a:defRPr>
            </a:lvl5pPr>
            <a:lvl6pPr marL="2743200" lvl="5" indent="-304800" rtl="0">
              <a:spcBef>
                <a:spcPts val="0"/>
              </a:spcBef>
              <a:spcAft>
                <a:spcPts val="0"/>
              </a:spcAft>
              <a:buClr>
                <a:schemeClr val="dk1"/>
              </a:buClr>
              <a:buSzPts val="1200"/>
              <a:buChar char="■"/>
              <a:defRPr sz="1200">
                <a:solidFill>
                  <a:schemeClr val="dk1"/>
                </a:solidFill>
              </a:defRPr>
            </a:lvl6pPr>
            <a:lvl7pPr marL="3200400" lvl="6" indent="-304800" rtl="0">
              <a:spcBef>
                <a:spcPts val="0"/>
              </a:spcBef>
              <a:spcAft>
                <a:spcPts val="0"/>
              </a:spcAft>
              <a:buClr>
                <a:schemeClr val="dk1"/>
              </a:buClr>
              <a:buSzPts val="1200"/>
              <a:buChar char="●"/>
              <a:defRPr sz="1200">
                <a:solidFill>
                  <a:schemeClr val="dk1"/>
                </a:solidFill>
              </a:defRPr>
            </a:lvl7pPr>
            <a:lvl8pPr marL="3657600" lvl="7" indent="-304800" rtl="0">
              <a:spcBef>
                <a:spcPts val="0"/>
              </a:spcBef>
              <a:spcAft>
                <a:spcPts val="0"/>
              </a:spcAft>
              <a:buClr>
                <a:schemeClr val="dk1"/>
              </a:buClr>
              <a:buSzPts val="1200"/>
              <a:buChar char="○"/>
              <a:defRPr sz="1200">
                <a:solidFill>
                  <a:schemeClr val="dk1"/>
                </a:solidFill>
              </a:defRPr>
            </a:lvl8pPr>
            <a:lvl9pPr marL="4114800" lvl="8" indent="-304800" rtl="0">
              <a:spcBef>
                <a:spcPts val="0"/>
              </a:spcBef>
              <a:spcAft>
                <a:spcPts val="0"/>
              </a:spcAft>
              <a:buClr>
                <a:schemeClr val="dk1"/>
              </a:buClr>
              <a:buSzPts val="1200"/>
              <a:buChar char="■"/>
              <a:defRPr sz="1200">
                <a:solidFill>
                  <a:schemeClr val="dk1"/>
                </a:solidFill>
              </a:defRPr>
            </a:lvl9pPr>
          </a:lstStyle>
          <a:p>
            <a:endParaRPr/>
          </a:p>
        </p:txBody>
      </p:sp>
      <p:sp>
        <p:nvSpPr>
          <p:cNvPr id="3" name="Google Shape;43;p7">
            <a:extLst>
              <a:ext uri="{FF2B5EF4-FFF2-40B4-BE49-F238E27FC236}">
                <a16:creationId xmlns:a16="http://schemas.microsoft.com/office/drawing/2014/main" id="{3DAFA47F-8E25-D3EA-5FAC-4C45713CCB56}"/>
              </a:ext>
            </a:extLst>
          </p:cNvPr>
          <p:cNvSpPr txBox="1">
            <a:spLocks noGrp="1"/>
          </p:cNvSpPr>
          <p:nvPr>
            <p:ph type="body" idx="2"/>
          </p:nvPr>
        </p:nvSpPr>
        <p:spPr>
          <a:xfrm>
            <a:off x="6338850" y="2560000"/>
            <a:ext cx="1828800" cy="1708500"/>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Clr>
                <a:schemeClr val="dk1"/>
              </a:buClr>
              <a:buSzPts val="1600"/>
              <a:buChar char="●"/>
              <a:defRPr sz="1600">
                <a:solidFill>
                  <a:schemeClr val="dk1"/>
                </a:solidFill>
              </a:defRPr>
            </a:lvl1pPr>
            <a:lvl2pPr marL="914400" lvl="1" indent="-304800" rtl="0">
              <a:spcBef>
                <a:spcPts val="0"/>
              </a:spcBef>
              <a:spcAft>
                <a:spcPts val="0"/>
              </a:spcAft>
              <a:buClr>
                <a:schemeClr val="dk1"/>
              </a:buClr>
              <a:buSzPts val="1200"/>
              <a:buChar char="○"/>
              <a:defRPr sz="1200">
                <a:solidFill>
                  <a:schemeClr val="dk1"/>
                </a:solidFill>
              </a:defRPr>
            </a:lvl2pPr>
            <a:lvl3pPr marL="1371600" lvl="2" indent="-304800" rtl="0">
              <a:spcBef>
                <a:spcPts val="0"/>
              </a:spcBef>
              <a:spcAft>
                <a:spcPts val="0"/>
              </a:spcAft>
              <a:buClr>
                <a:schemeClr val="dk1"/>
              </a:buClr>
              <a:buSzPts val="1200"/>
              <a:buChar char="■"/>
              <a:defRPr sz="1200">
                <a:solidFill>
                  <a:schemeClr val="dk1"/>
                </a:solidFill>
              </a:defRPr>
            </a:lvl3pPr>
            <a:lvl4pPr marL="1828800" lvl="3" indent="-304800" rtl="0">
              <a:spcBef>
                <a:spcPts val="0"/>
              </a:spcBef>
              <a:spcAft>
                <a:spcPts val="0"/>
              </a:spcAft>
              <a:buClr>
                <a:schemeClr val="dk1"/>
              </a:buClr>
              <a:buSzPts val="1200"/>
              <a:buChar char="●"/>
              <a:defRPr sz="1200">
                <a:solidFill>
                  <a:schemeClr val="dk1"/>
                </a:solidFill>
              </a:defRPr>
            </a:lvl4pPr>
            <a:lvl5pPr marL="2286000" lvl="4" indent="-304800" rtl="0">
              <a:spcBef>
                <a:spcPts val="0"/>
              </a:spcBef>
              <a:spcAft>
                <a:spcPts val="0"/>
              </a:spcAft>
              <a:buClr>
                <a:schemeClr val="dk1"/>
              </a:buClr>
              <a:buSzPts val="1200"/>
              <a:buChar char="○"/>
              <a:defRPr sz="1200">
                <a:solidFill>
                  <a:schemeClr val="dk1"/>
                </a:solidFill>
              </a:defRPr>
            </a:lvl5pPr>
            <a:lvl6pPr marL="2743200" lvl="5" indent="-304800" rtl="0">
              <a:spcBef>
                <a:spcPts val="0"/>
              </a:spcBef>
              <a:spcAft>
                <a:spcPts val="0"/>
              </a:spcAft>
              <a:buClr>
                <a:schemeClr val="dk1"/>
              </a:buClr>
              <a:buSzPts val="1200"/>
              <a:buChar char="■"/>
              <a:defRPr sz="1200">
                <a:solidFill>
                  <a:schemeClr val="dk1"/>
                </a:solidFill>
              </a:defRPr>
            </a:lvl6pPr>
            <a:lvl7pPr marL="3200400" lvl="6" indent="-304800" rtl="0">
              <a:spcBef>
                <a:spcPts val="0"/>
              </a:spcBef>
              <a:spcAft>
                <a:spcPts val="0"/>
              </a:spcAft>
              <a:buClr>
                <a:schemeClr val="dk1"/>
              </a:buClr>
              <a:buSzPts val="1200"/>
              <a:buChar char="●"/>
              <a:defRPr sz="1200">
                <a:solidFill>
                  <a:schemeClr val="dk1"/>
                </a:solidFill>
              </a:defRPr>
            </a:lvl7pPr>
            <a:lvl8pPr marL="3657600" lvl="7" indent="-304800" rtl="0">
              <a:spcBef>
                <a:spcPts val="0"/>
              </a:spcBef>
              <a:spcAft>
                <a:spcPts val="0"/>
              </a:spcAft>
              <a:buClr>
                <a:schemeClr val="dk1"/>
              </a:buClr>
              <a:buSzPts val="1200"/>
              <a:buChar char="○"/>
              <a:defRPr sz="1200">
                <a:solidFill>
                  <a:schemeClr val="dk1"/>
                </a:solidFill>
              </a:defRPr>
            </a:lvl8pPr>
            <a:lvl9pPr marL="4114800" lvl="8" indent="-304800" rtl="0">
              <a:spcBef>
                <a:spcPts val="0"/>
              </a:spcBef>
              <a:spcAft>
                <a:spcPts val="0"/>
              </a:spcAft>
              <a:buClr>
                <a:schemeClr val="dk1"/>
              </a:buClr>
              <a:buSzPts val="1200"/>
              <a:buChar char="■"/>
              <a:defRPr sz="1200">
                <a:solidFill>
                  <a:schemeClr val="dk1"/>
                </a:solidFill>
              </a:defRPr>
            </a:lvl9pPr>
          </a:lstStyle>
          <a:p>
            <a:endParaRPr/>
          </a:p>
        </p:txBody>
      </p:sp>
      <p:sp>
        <p:nvSpPr>
          <p:cNvPr id="4" name="Google Shape;44;p7">
            <a:extLst>
              <a:ext uri="{FF2B5EF4-FFF2-40B4-BE49-F238E27FC236}">
                <a16:creationId xmlns:a16="http://schemas.microsoft.com/office/drawing/2014/main" id="{83A41736-C4EC-2907-33B2-A8ECE7401E9B}"/>
              </a:ext>
            </a:extLst>
          </p:cNvPr>
          <p:cNvSpPr>
            <a:spLocks noGrp="1"/>
          </p:cNvSpPr>
          <p:nvPr>
            <p:ph type="pic" idx="13"/>
          </p:nvPr>
        </p:nvSpPr>
        <p:spPr>
          <a:xfrm>
            <a:off x="4049850" y="1080100"/>
            <a:ext cx="1889100" cy="1251300"/>
          </a:xfrm>
          <a:prstGeom prst="rect">
            <a:avLst/>
          </a:prstGeom>
          <a:noFill/>
          <a:ln>
            <a:noFill/>
          </a:ln>
        </p:spPr>
      </p:sp>
      <p:sp>
        <p:nvSpPr>
          <p:cNvPr id="5" name="Google Shape;45;p7">
            <a:extLst>
              <a:ext uri="{FF2B5EF4-FFF2-40B4-BE49-F238E27FC236}">
                <a16:creationId xmlns:a16="http://schemas.microsoft.com/office/drawing/2014/main" id="{239232F9-A89D-ACB2-8A6C-241019DDE049}"/>
              </a:ext>
            </a:extLst>
          </p:cNvPr>
          <p:cNvSpPr>
            <a:spLocks noGrp="1"/>
          </p:cNvSpPr>
          <p:nvPr>
            <p:ph type="pic" idx="4"/>
          </p:nvPr>
        </p:nvSpPr>
        <p:spPr>
          <a:xfrm>
            <a:off x="6308700" y="1080100"/>
            <a:ext cx="1889100" cy="1251300"/>
          </a:xfrm>
          <a:prstGeom prst="rect">
            <a:avLst/>
          </a:prstGeom>
          <a:noFill/>
          <a:ln>
            <a:noFill/>
          </a:ln>
        </p:spPr>
      </p:sp>
      <p:sp>
        <p:nvSpPr>
          <p:cNvPr id="13" name="Google Shape;48;p7">
            <a:extLst>
              <a:ext uri="{FF2B5EF4-FFF2-40B4-BE49-F238E27FC236}">
                <a16:creationId xmlns:a16="http://schemas.microsoft.com/office/drawing/2014/main" id="{5DFF0D8A-48DF-28FF-EBA3-5D8D0870DB19}"/>
              </a:ext>
            </a:extLst>
          </p:cNvPr>
          <p:cNvSpPr txBox="1">
            <a:spLocks noGrp="1"/>
          </p:cNvSpPr>
          <p:nvPr>
            <p:ph type="title"/>
          </p:nvPr>
        </p:nvSpPr>
        <p:spPr>
          <a:xfrm>
            <a:off x="686950" y="1081900"/>
            <a:ext cx="2562600" cy="3714300"/>
          </a:xfrm>
          <a:prstGeom prst="rect">
            <a:avLst/>
          </a:prstGeom>
        </p:spPr>
        <p:txBody>
          <a:bodyPr spcFirstLastPara="1" wrap="square" lIns="91425" tIns="91425" rIns="91425" bIns="91425" anchor="t" anchorCtr="0">
            <a:normAutofit/>
          </a:bodyPr>
          <a:lstStyle>
            <a:lvl1pPr lvl="0" rtl="0">
              <a:spcBef>
                <a:spcPts val="0"/>
              </a:spcBef>
              <a:spcAft>
                <a:spcPts val="0"/>
              </a:spcAft>
              <a:buSzPts val="4600"/>
              <a:buFont typeface="Georgia"/>
              <a:buNone/>
              <a:defRPr sz="4600">
                <a:latin typeface="Georgia"/>
                <a:ea typeface="Georgia"/>
                <a:cs typeface="Georgia"/>
                <a:sym typeface="Georgia"/>
              </a:defRPr>
            </a:lvl1pPr>
            <a:lvl2pPr lvl="1" rtl="0">
              <a:spcBef>
                <a:spcPts val="0"/>
              </a:spcBef>
              <a:spcAft>
                <a:spcPts val="0"/>
              </a:spcAft>
              <a:buSzPts val="4600"/>
              <a:buFont typeface="Georgia"/>
              <a:buNone/>
              <a:defRPr sz="4600">
                <a:latin typeface="Georgia"/>
                <a:ea typeface="Georgia"/>
                <a:cs typeface="Georgia"/>
                <a:sym typeface="Georgia"/>
              </a:defRPr>
            </a:lvl2pPr>
            <a:lvl3pPr lvl="2" rtl="0">
              <a:spcBef>
                <a:spcPts val="0"/>
              </a:spcBef>
              <a:spcAft>
                <a:spcPts val="0"/>
              </a:spcAft>
              <a:buSzPts val="4600"/>
              <a:buFont typeface="Georgia"/>
              <a:buNone/>
              <a:defRPr sz="4600">
                <a:latin typeface="Georgia"/>
                <a:ea typeface="Georgia"/>
                <a:cs typeface="Georgia"/>
                <a:sym typeface="Georgia"/>
              </a:defRPr>
            </a:lvl3pPr>
            <a:lvl4pPr lvl="3" rtl="0">
              <a:spcBef>
                <a:spcPts val="0"/>
              </a:spcBef>
              <a:spcAft>
                <a:spcPts val="0"/>
              </a:spcAft>
              <a:buSzPts val="4600"/>
              <a:buFont typeface="Georgia"/>
              <a:buNone/>
              <a:defRPr sz="4600">
                <a:latin typeface="Georgia"/>
                <a:ea typeface="Georgia"/>
                <a:cs typeface="Georgia"/>
                <a:sym typeface="Georgia"/>
              </a:defRPr>
            </a:lvl4pPr>
            <a:lvl5pPr lvl="4" rtl="0">
              <a:spcBef>
                <a:spcPts val="0"/>
              </a:spcBef>
              <a:spcAft>
                <a:spcPts val="0"/>
              </a:spcAft>
              <a:buSzPts val="4600"/>
              <a:buFont typeface="Georgia"/>
              <a:buNone/>
              <a:defRPr sz="4600">
                <a:latin typeface="Georgia"/>
                <a:ea typeface="Georgia"/>
                <a:cs typeface="Georgia"/>
                <a:sym typeface="Georgia"/>
              </a:defRPr>
            </a:lvl5pPr>
            <a:lvl6pPr lvl="5" rtl="0">
              <a:spcBef>
                <a:spcPts val="0"/>
              </a:spcBef>
              <a:spcAft>
                <a:spcPts val="0"/>
              </a:spcAft>
              <a:buSzPts val="4600"/>
              <a:buFont typeface="Georgia"/>
              <a:buNone/>
              <a:defRPr sz="4600">
                <a:latin typeface="Georgia"/>
                <a:ea typeface="Georgia"/>
                <a:cs typeface="Georgia"/>
                <a:sym typeface="Georgia"/>
              </a:defRPr>
            </a:lvl6pPr>
            <a:lvl7pPr lvl="6" rtl="0">
              <a:spcBef>
                <a:spcPts val="0"/>
              </a:spcBef>
              <a:spcAft>
                <a:spcPts val="0"/>
              </a:spcAft>
              <a:buSzPts val="4600"/>
              <a:buFont typeface="Georgia"/>
              <a:buNone/>
              <a:defRPr sz="4600">
                <a:latin typeface="Georgia"/>
                <a:ea typeface="Georgia"/>
                <a:cs typeface="Georgia"/>
                <a:sym typeface="Georgia"/>
              </a:defRPr>
            </a:lvl7pPr>
            <a:lvl8pPr lvl="7" rtl="0">
              <a:spcBef>
                <a:spcPts val="0"/>
              </a:spcBef>
              <a:spcAft>
                <a:spcPts val="0"/>
              </a:spcAft>
              <a:buSzPts val="4600"/>
              <a:buFont typeface="Georgia"/>
              <a:buNone/>
              <a:defRPr sz="4600">
                <a:latin typeface="Georgia"/>
                <a:ea typeface="Georgia"/>
                <a:cs typeface="Georgia"/>
                <a:sym typeface="Georgia"/>
              </a:defRPr>
            </a:lvl8pPr>
            <a:lvl9pPr lvl="8" rtl="0">
              <a:spcBef>
                <a:spcPts val="0"/>
              </a:spcBef>
              <a:spcAft>
                <a:spcPts val="0"/>
              </a:spcAft>
              <a:buSzPts val="4600"/>
              <a:buFont typeface="Georgia"/>
              <a:buNone/>
              <a:defRPr sz="4600">
                <a:latin typeface="Georgia"/>
                <a:ea typeface="Georgia"/>
                <a:cs typeface="Georgia"/>
                <a:sym typeface="Georgia"/>
              </a:defRPr>
            </a:lvl9pPr>
          </a:lstStyle>
          <a:p>
            <a:endParaRPr dirty="0"/>
          </a:p>
        </p:txBody>
      </p:sp>
    </p:spTree>
    <p:extLst>
      <p:ext uri="{BB962C8B-B14F-4D97-AF65-F5344CB8AC3E}">
        <p14:creationId xmlns:p14="http://schemas.microsoft.com/office/powerpoint/2010/main" val="181485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Google Shape;23;p4">
            <a:extLst>
              <a:ext uri="{FF2B5EF4-FFF2-40B4-BE49-F238E27FC236}">
                <a16:creationId xmlns:a16="http://schemas.microsoft.com/office/drawing/2014/main" id="{7BCEE1F1-BB5E-9A39-3B30-44642D273A99}"/>
              </a:ext>
            </a:extLst>
          </p:cNvPr>
          <p:cNvSpPr txBox="1">
            <a:spLocks noGrp="1"/>
          </p:cNvSpPr>
          <p:nvPr>
            <p:ph type="subTitle" idx="3"/>
          </p:nvPr>
        </p:nvSpPr>
        <p:spPr>
          <a:xfrm>
            <a:off x="387900" y="141075"/>
            <a:ext cx="3768300" cy="3936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1200"/>
              <a:buNone/>
              <a:defRPr sz="1200">
                <a:solidFill>
                  <a:schemeClr val="lt1"/>
                </a:solidFill>
              </a:defRPr>
            </a:lvl1pPr>
            <a:lvl2pPr lvl="1" rtl="0">
              <a:spcBef>
                <a:spcPts val="0"/>
              </a:spcBef>
              <a:spcAft>
                <a:spcPts val="0"/>
              </a:spcAft>
              <a:buSzPts val="800"/>
              <a:buNone/>
              <a:defRPr sz="800"/>
            </a:lvl2pPr>
            <a:lvl3pPr lvl="2" rtl="0">
              <a:spcBef>
                <a:spcPts val="0"/>
              </a:spcBef>
              <a:spcAft>
                <a:spcPts val="0"/>
              </a:spcAft>
              <a:buSzPts val="800"/>
              <a:buNone/>
              <a:defRPr sz="800"/>
            </a:lvl3pPr>
            <a:lvl4pPr lvl="3" rtl="0">
              <a:spcBef>
                <a:spcPts val="0"/>
              </a:spcBef>
              <a:spcAft>
                <a:spcPts val="0"/>
              </a:spcAft>
              <a:buSzPts val="800"/>
              <a:buNone/>
              <a:defRPr sz="800"/>
            </a:lvl4pPr>
            <a:lvl5pPr lvl="4" rtl="0">
              <a:spcBef>
                <a:spcPts val="0"/>
              </a:spcBef>
              <a:spcAft>
                <a:spcPts val="0"/>
              </a:spcAft>
              <a:buSzPts val="800"/>
              <a:buNone/>
              <a:defRPr sz="800"/>
            </a:lvl5pPr>
            <a:lvl6pPr lvl="5" rtl="0">
              <a:spcBef>
                <a:spcPts val="0"/>
              </a:spcBef>
              <a:spcAft>
                <a:spcPts val="0"/>
              </a:spcAft>
              <a:buSzPts val="800"/>
              <a:buNone/>
              <a:defRPr sz="800"/>
            </a:lvl6pPr>
            <a:lvl7pPr lvl="6" rtl="0">
              <a:spcBef>
                <a:spcPts val="0"/>
              </a:spcBef>
              <a:spcAft>
                <a:spcPts val="0"/>
              </a:spcAft>
              <a:buSzPts val="800"/>
              <a:buNone/>
              <a:defRPr sz="800"/>
            </a:lvl7pPr>
            <a:lvl8pPr lvl="7" rtl="0">
              <a:spcBef>
                <a:spcPts val="0"/>
              </a:spcBef>
              <a:spcAft>
                <a:spcPts val="0"/>
              </a:spcAft>
              <a:buSzPts val="800"/>
              <a:buNone/>
              <a:defRPr sz="800"/>
            </a:lvl8pPr>
            <a:lvl9pPr lvl="8" rtl="0">
              <a:spcBef>
                <a:spcPts val="0"/>
              </a:spcBef>
              <a:spcAft>
                <a:spcPts val="0"/>
              </a:spcAft>
              <a:buSzPts val="800"/>
              <a:buNone/>
              <a:defRPr sz="800"/>
            </a:lvl9pPr>
          </a:lstStyle>
          <a:p>
            <a:endParaRPr dirty="0"/>
          </a:p>
        </p:txBody>
      </p:sp>
      <p:sp>
        <p:nvSpPr>
          <p:cNvPr id="12" name="Google Shape;25;p4">
            <a:extLst>
              <a:ext uri="{FF2B5EF4-FFF2-40B4-BE49-F238E27FC236}">
                <a16:creationId xmlns:a16="http://schemas.microsoft.com/office/drawing/2014/main" id="{CBD50D83-3B66-E823-1283-5D2C6AF074C9}"/>
              </a:ext>
            </a:extLst>
          </p:cNvPr>
          <p:cNvSpPr txBox="1">
            <a:spLocks noGrp="1"/>
          </p:cNvSpPr>
          <p:nvPr>
            <p:ph type="sldNum" idx="12"/>
          </p:nvPr>
        </p:nvSpPr>
        <p:spPr>
          <a:xfrm>
            <a:off x="8243858" y="106692"/>
            <a:ext cx="548700" cy="393600"/>
          </a:xfrm>
          <a:prstGeom prst="rect">
            <a:avLst/>
          </a:prstGeom>
        </p:spPr>
        <p:txBody>
          <a:bodyPr spcFirstLastPara="1" wrap="square" lIns="91425" tIns="91425" rIns="91425" bIns="91425" anchor="t" anchorCtr="0">
            <a:normAutofit/>
          </a:bodyPr>
          <a:lstStyle>
            <a:lvl1pPr lvl="0" rtl="0">
              <a:buNone/>
              <a:defRPr>
                <a:solidFill>
                  <a:schemeClr val="accent2"/>
                </a:solidFill>
              </a:defRPr>
            </a:lvl1pPr>
            <a:lvl2pPr lvl="1" rtl="0">
              <a:buNone/>
              <a:defRPr>
                <a:solidFill>
                  <a:schemeClr val="accent2"/>
                </a:solidFill>
              </a:defRPr>
            </a:lvl2pPr>
            <a:lvl3pPr lvl="2" rtl="0">
              <a:buNone/>
              <a:defRPr>
                <a:solidFill>
                  <a:schemeClr val="accent2"/>
                </a:solidFill>
              </a:defRPr>
            </a:lvl3pPr>
            <a:lvl4pPr lvl="3" rtl="0">
              <a:buNone/>
              <a:defRPr>
                <a:solidFill>
                  <a:schemeClr val="accent2"/>
                </a:solidFill>
              </a:defRPr>
            </a:lvl4pPr>
            <a:lvl5pPr lvl="4" rtl="0">
              <a:buNone/>
              <a:defRPr>
                <a:solidFill>
                  <a:schemeClr val="accent2"/>
                </a:solidFill>
              </a:defRPr>
            </a:lvl5pPr>
            <a:lvl6pPr lvl="5" rtl="0">
              <a:buNone/>
              <a:defRPr>
                <a:solidFill>
                  <a:schemeClr val="accent2"/>
                </a:solidFill>
              </a:defRPr>
            </a:lvl6pPr>
            <a:lvl7pPr lvl="6" rtl="0">
              <a:buNone/>
              <a:defRPr>
                <a:solidFill>
                  <a:schemeClr val="accent2"/>
                </a:solidFill>
              </a:defRPr>
            </a:lvl7pPr>
            <a:lvl8pPr lvl="7" rtl="0">
              <a:buNone/>
              <a:defRPr>
                <a:solidFill>
                  <a:schemeClr val="accent2"/>
                </a:solidFill>
              </a:defRPr>
            </a:lvl8pPr>
            <a:lvl9pPr lvl="8" rtl="0">
              <a:buNone/>
              <a:defRPr>
                <a:solidFill>
                  <a:schemeClr val="accent2"/>
                </a:solidFill>
              </a:defRPr>
            </a:lvl9pPr>
          </a:lstStyle>
          <a:p>
            <a:pPr marL="0" lvl="0" indent="0" algn="r" rtl="0">
              <a:spcBef>
                <a:spcPts val="0"/>
              </a:spcBef>
              <a:spcAft>
                <a:spcPts val="0"/>
              </a:spcAft>
              <a:buNone/>
            </a:pPr>
            <a:fld id="{00000000-1234-1234-1234-123412341234}" type="slidenum">
              <a:rPr lang="en"/>
              <a:t>‹#›</a:t>
            </a:fld>
            <a:endParaRPr/>
          </a:p>
        </p:txBody>
      </p:sp>
      <p:sp>
        <p:nvSpPr>
          <p:cNvPr id="6" name="Google Shape;50;p8">
            <a:extLst>
              <a:ext uri="{FF2B5EF4-FFF2-40B4-BE49-F238E27FC236}">
                <a16:creationId xmlns:a16="http://schemas.microsoft.com/office/drawing/2014/main" id="{4185BD83-7301-7FFC-E73C-F7FEFCF7CDFB}"/>
              </a:ext>
            </a:extLst>
          </p:cNvPr>
          <p:cNvSpPr txBox="1">
            <a:spLocks noGrp="1"/>
          </p:cNvSpPr>
          <p:nvPr>
            <p:ph type="title"/>
          </p:nvPr>
        </p:nvSpPr>
        <p:spPr>
          <a:xfrm>
            <a:off x="877550" y="1174125"/>
            <a:ext cx="3768300" cy="2392800"/>
          </a:xfrm>
          <a:prstGeom prst="rect">
            <a:avLst/>
          </a:prstGeom>
        </p:spPr>
        <p:txBody>
          <a:bodyPr spcFirstLastPara="1" wrap="square" lIns="91425" tIns="91425" rIns="91425" bIns="91425" anchor="t" anchorCtr="0">
            <a:normAutofit/>
          </a:bodyPr>
          <a:lstStyle>
            <a:lvl1pPr lvl="0" rtl="0">
              <a:spcBef>
                <a:spcPts val="0"/>
              </a:spcBef>
              <a:spcAft>
                <a:spcPts val="0"/>
              </a:spcAft>
              <a:buSzPts val="4600"/>
              <a:buFont typeface="Georgia"/>
              <a:buNone/>
              <a:defRPr sz="4600">
                <a:latin typeface="Georgia"/>
                <a:ea typeface="Georgia"/>
                <a:cs typeface="Georgia"/>
                <a:sym typeface="Georgia"/>
              </a:defRPr>
            </a:lvl1pPr>
            <a:lvl2pPr lvl="1" rtl="0">
              <a:spcBef>
                <a:spcPts val="0"/>
              </a:spcBef>
              <a:spcAft>
                <a:spcPts val="0"/>
              </a:spcAft>
              <a:buSzPts val="4600"/>
              <a:buFont typeface="Georgia"/>
              <a:buNone/>
              <a:defRPr sz="4600">
                <a:latin typeface="Georgia"/>
                <a:ea typeface="Georgia"/>
                <a:cs typeface="Georgia"/>
                <a:sym typeface="Georgia"/>
              </a:defRPr>
            </a:lvl2pPr>
            <a:lvl3pPr lvl="2" rtl="0">
              <a:spcBef>
                <a:spcPts val="0"/>
              </a:spcBef>
              <a:spcAft>
                <a:spcPts val="0"/>
              </a:spcAft>
              <a:buSzPts val="4600"/>
              <a:buFont typeface="Georgia"/>
              <a:buNone/>
              <a:defRPr sz="4600">
                <a:latin typeface="Georgia"/>
                <a:ea typeface="Georgia"/>
                <a:cs typeface="Georgia"/>
                <a:sym typeface="Georgia"/>
              </a:defRPr>
            </a:lvl3pPr>
            <a:lvl4pPr lvl="3" rtl="0">
              <a:spcBef>
                <a:spcPts val="0"/>
              </a:spcBef>
              <a:spcAft>
                <a:spcPts val="0"/>
              </a:spcAft>
              <a:buSzPts val="4600"/>
              <a:buFont typeface="Georgia"/>
              <a:buNone/>
              <a:defRPr sz="4600">
                <a:latin typeface="Georgia"/>
                <a:ea typeface="Georgia"/>
                <a:cs typeface="Georgia"/>
                <a:sym typeface="Georgia"/>
              </a:defRPr>
            </a:lvl4pPr>
            <a:lvl5pPr lvl="4" rtl="0">
              <a:spcBef>
                <a:spcPts val="0"/>
              </a:spcBef>
              <a:spcAft>
                <a:spcPts val="0"/>
              </a:spcAft>
              <a:buSzPts val="4600"/>
              <a:buFont typeface="Georgia"/>
              <a:buNone/>
              <a:defRPr sz="4600">
                <a:latin typeface="Georgia"/>
                <a:ea typeface="Georgia"/>
                <a:cs typeface="Georgia"/>
                <a:sym typeface="Georgia"/>
              </a:defRPr>
            </a:lvl5pPr>
            <a:lvl6pPr lvl="5" rtl="0">
              <a:spcBef>
                <a:spcPts val="0"/>
              </a:spcBef>
              <a:spcAft>
                <a:spcPts val="0"/>
              </a:spcAft>
              <a:buSzPts val="4600"/>
              <a:buFont typeface="Georgia"/>
              <a:buNone/>
              <a:defRPr sz="4600">
                <a:latin typeface="Georgia"/>
                <a:ea typeface="Georgia"/>
                <a:cs typeface="Georgia"/>
                <a:sym typeface="Georgia"/>
              </a:defRPr>
            </a:lvl6pPr>
            <a:lvl7pPr lvl="6" rtl="0">
              <a:spcBef>
                <a:spcPts val="0"/>
              </a:spcBef>
              <a:spcAft>
                <a:spcPts val="0"/>
              </a:spcAft>
              <a:buSzPts val="4600"/>
              <a:buFont typeface="Georgia"/>
              <a:buNone/>
              <a:defRPr sz="4600">
                <a:latin typeface="Georgia"/>
                <a:ea typeface="Georgia"/>
                <a:cs typeface="Georgia"/>
                <a:sym typeface="Georgia"/>
              </a:defRPr>
            </a:lvl7pPr>
            <a:lvl8pPr lvl="7" rtl="0">
              <a:spcBef>
                <a:spcPts val="0"/>
              </a:spcBef>
              <a:spcAft>
                <a:spcPts val="0"/>
              </a:spcAft>
              <a:buSzPts val="4600"/>
              <a:buFont typeface="Georgia"/>
              <a:buNone/>
              <a:defRPr sz="4600">
                <a:latin typeface="Georgia"/>
                <a:ea typeface="Georgia"/>
                <a:cs typeface="Georgia"/>
                <a:sym typeface="Georgia"/>
              </a:defRPr>
            </a:lvl8pPr>
            <a:lvl9pPr lvl="8" rtl="0">
              <a:spcBef>
                <a:spcPts val="0"/>
              </a:spcBef>
              <a:spcAft>
                <a:spcPts val="0"/>
              </a:spcAft>
              <a:buSzPts val="4600"/>
              <a:buFont typeface="Georgia"/>
              <a:buNone/>
              <a:defRPr sz="4600">
                <a:latin typeface="Georgia"/>
                <a:ea typeface="Georgia"/>
                <a:cs typeface="Georgia"/>
                <a:sym typeface="Georgia"/>
              </a:defRPr>
            </a:lvl9pPr>
          </a:lstStyle>
          <a:p>
            <a:endParaRPr/>
          </a:p>
        </p:txBody>
      </p:sp>
      <p:sp>
        <p:nvSpPr>
          <p:cNvPr id="7" name="Google Shape;51;p8">
            <a:extLst>
              <a:ext uri="{FF2B5EF4-FFF2-40B4-BE49-F238E27FC236}">
                <a16:creationId xmlns:a16="http://schemas.microsoft.com/office/drawing/2014/main" id="{9B77F4B2-CBBE-CE5B-9A8D-A9EB7403A0D9}"/>
              </a:ext>
            </a:extLst>
          </p:cNvPr>
          <p:cNvSpPr txBox="1">
            <a:spLocks noGrp="1"/>
          </p:cNvSpPr>
          <p:nvPr>
            <p:ph type="body" idx="1"/>
          </p:nvPr>
        </p:nvSpPr>
        <p:spPr>
          <a:xfrm>
            <a:off x="1794350" y="3504825"/>
            <a:ext cx="2285700" cy="1708500"/>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Clr>
                <a:schemeClr val="dk1"/>
              </a:buClr>
              <a:buSzPts val="1600"/>
              <a:buChar char="●"/>
              <a:defRPr sz="1600">
                <a:solidFill>
                  <a:schemeClr val="dk1"/>
                </a:solidFill>
              </a:defRPr>
            </a:lvl1pPr>
            <a:lvl2pPr marL="914400" lvl="1" indent="-304800" rtl="0">
              <a:spcBef>
                <a:spcPts val="0"/>
              </a:spcBef>
              <a:spcAft>
                <a:spcPts val="0"/>
              </a:spcAft>
              <a:buClr>
                <a:schemeClr val="dk1"/>
              </a:buClr>
              <a:buSzPts val="1200"/>
              <a:buChar char="○"/>
              <a:defRPr sz="1200">
                <a:solidFill>
                  <a:schemeClr val="dk1"/>
                </a:solidFill>
              </a:defRPr>
            </a:lvl2pPr>
            <a:lvl3pPr marL="1371600" lvl="2" indent="-304800" rtl="0">
              <a:spcBef>
                <a:spcPts val="0"/>
              </a:spcBef>
              <a:spcAft>
                <a:spcPts val="0"/>
              </a:spcAft>
              <a:buClr>
                <a:schemeClr val="dk1"/>
              </a:buClr>
              <a:buSzPts val="1200"/>
              <a:buChar char="■"/>
              <a:defRPr sz="1200">
                <a:solidFill>
                  <a:schemeClr val="dk1"/>
                </a:solidFill>
              </a:defRPr>
            </a:lvl3pPr>
            <a:lvl4pPr marL="1828800" lvl="3" indent="-304800" rtl="0">
              <a:spcBef>
                <a:spcPts val="0"/>
              </a:spcBef>
              <a:spcAft>
                <a:spcPts val="0"/>
              </a:spcAft>
              <a:buClr>
                <a:schemeClr val="dk1"/>
              </a:buClr>
              <a:buSzPts val="1200"/>
              <a:buChar char="●"/>
              <a:defRPr sz="1200">
                <a:solidFill>
                  <a:schemeClr val="dk1"/>
                </a:solidFill>
              </a:defRPr>
            </a:lvl4pPr>
            <a:lvl5pPr marL="2286000" lvl="4" indent="-304800" rtl="0">
              <a:spcBef>
                <a:spcPts val="0"/>
              </a:spcBef>
              <a:spcAft>
                <a:spcPts val="0"/>
              </a:spcAft>
              <a:buClr>
                <a:schemeClr val="dk1"/>
              </a:buClr>
              <a:buSzPts val="1200"/>
              <a:buChar char="○"/>
              <a:defRPr sz="1200">
                <a:solidFill>
                  <a:schemeClr val="dk1"/>
                </a:solidFill>
              </a:defRPr>
            </a:lvl5pPr>
            <a:lvl6pPr marL="2743200" lvl="5" indent="-304800" rtl="0">
              <a:spcBef>
                <a:spcPts val="0"/>
              </a:spcBef>
              <a:spcAft>
                <a:spcPts val="0"/>
              </a:spcAft>
              <a:buClr>
                <a:schemeClr val="dk1"/>
              </a:buClr>
              <a:buSzPts val="1200"/>
              <a:buChar char="■"/>
              <a:defRPr sz="1200">
                <a:solidFill>
                  <a:schemeClr val="dk1"/>
                </a:solidFill>
              </a:defRPr>
            </a:lvl6pPr>
            <a:lvl7pPr marL="3200400" lvl="6" indent="-304800" rtl="0">
              <a:spcBef>
                <a:spcPts val="0"/>
              </a:spcBef>
              <a:spcAft>
                <a:spcPts val="0"/>
              </a:spcAft>
              <a:buClr>
                <a:schemeClr val="dk1"/>
              </a:buClr>
              <a:buSzPts val="1200"/>
              <a:buChar char="●"/>
              <a:defRPr sz="1200">
                <a:solidFill>
                  <a:schemeClr val="dk1"/>
                </a:solidFill>
              </a:defRPr>
            </a:lvl7pPr>
            <a:lvl8pPr marL="3657600" lvl="7" indent="-304800" rtl="0">
              <a:spcBef>
                <a:spcPts val="0"/>
              </a:spcBef>
              <a:spcAft>
                <a:spcPts val="0"/>
              </a:spcAft>
              <a:buClr>
                <a:schemeClr val="dk1"/>
              </a:buClr>
              <a:buSzPts val="1200"/>
              <a:buChar char="○"/>
              <a:defRPr sz="1200">
                <a:solidFill>
                  <a:schemeClr val="dk1"/>
                </a:solidFill>
              </a:defRPr>
            </a:lvl8pPr>
            <a:lvl9pPr marL="4114800" lvl="8" indent="-304800" rtl="0">
              <a:spcBef>
                <a:spcPts val="0"/>
              </a:spcBef>
              <a:spcAft>
                <a:spcPts val="0"/>
              </a:spcAft>
              <a:buClr>
                <a:schemeClr val="dk1"/>
              </a:buClr>
              <a:buSzPts val="1200"/>
              <a:buChar char="■"/>
              <a:defRPr sz="1200">
                <a:solidFill>
                  <a:schemeClr val="dk1"/>
                </a:solidFill>
              </a:defRPr>
            </a:lvl9pPr>
          </a:lstStyle>
          <a:p>
            <a:endParaRPr/>
          </a:p>
        </p:txBody>
      </p:sp>
      <p:sp>
        <p:nvSpPr>
          <p:cNvPr id="8" name="Google Shape;52;p8">
            <a:extLst>
              <a:ext uri="{FF2B5EF4-FFF2-40B4-BE49-F238E27FC236}">
                <a16:creationId xmlns:a16="http://schemas.microsoft.com/office/drawing/2014/main" id="{9254004C-2368-C3C8-DFF7-38F96A4C70DB}"/>
              </a:ext>
            </a:extLst>
          </p:cNvPr>
          <p:cNvSpPr>
            <a:spLocks noGrp="1"/>
          </p:cNvSpPr>
          <p:nvPr>
            <p:ph type="pic" idx="2"/>
          </p:nvPr>
        </p:nvSpPr>
        <p:spPr>
          <a:xfrm>
            <a:off x="4657375" y="1435325"/>
            <a:ext cx="4486500" cy="2875500"/>
          </a:xfrm>
          <a:prstGeom prst="rect">
            <a:avLst/>
          </a:prstGeom>
          <a:noFill/>
          <a:ln>
            <a:noFill/>
          </a:ln>
        </p:spPr>
      </p:sp>
    </p:spTree>
    <p:extLst>
      <p:ext uri="{BB962C8B-B14F-4D97-AF65-F5344CB8AC3E}">
        <p14:creationId xmlns:p14="http://schemas.microsoft.com/office/powerpoint/2010/main" val="1604220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Google Shape;23;p4">
            <a:extLst>
              <a:ext uri="{FF2B5EF4-FFF2-40B4-BE49-F238E27FC236}">
                <a16:creationId xmlns:a16="http://schemas.microsoft.com/office/drawing/2014/main" id="{7BCEE1F1-BB5E-9A39-3B30-44642D273A99}"/>
              </a:ext>
            </a:extLst>
          </p:cNvPr>
          <p:cNvSpPr txBox="1">
            <a:spLocks noGrp="1"/>
          </p:cNvSpPr>
          <p:nvPr>
            <p:ph type="subTitle" idx="3"/>
          </p:nvPr>
        </p:nvSpPr>
        <p:spPr>
          <a:xfrm>
            <a:off x="387900" y="141075"/>
            <a:ext cx="3768300" cy="3936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1200"/>
              <a:buNone/>
              <a:defRPr sz="1200">
                <a:solidFill>
                  <a:schemeClr val="lt1"/>
                </a:solidFill>
              </a:defRPr>
            </a:lvl1pPr>
            <a:lvl2pPr lvl="1" rtl="0">
              <a:spcBef>
                <a:spcPts val="0"/>
              </a:spcBef>
              <a:spcAft>
                <a:spcPts val="0"/>
              </a:spcAft>
              <a:buSzPts val="800"/>
              <a:buNone/>
              <a:defRPr sz="800"/>
            </a:lvl2pPr>
            <a:lvl3pPr lvl="2" rtl="0">
              <a:spcBef>
                <a:spcPts val="0"/>
              </a:spcBef>
              <a:spcAft>
                <a:spcPts val="0"/>
              </a:spcAft>
              <a:buSzPts val="800"/>
              <a:buNone/>
              <a:defRPr sz="800"/>
            </a:lvl3pPr>
            <a:lvl4pPr lvl="3" rtl="0">
              <a:spcBef>
                <a:spcPts val="0"/>
              </a:spcBef>
              <a:spcAft>
                <a:spcPts val="0"/>
              </a:spcAft>
              <a:buSzPts val="800"/>
              <a:buNone/>
              <a:defRPr sz="800"/>
            </a:lvl4pPr>
            <a:lvl5pPr lvl="4" rtl="0">
              <a:spcBef>
                <a:spcPts val="0"/>
              </a:spcBef>
              <a:spcAft>
                <a:spcPts val="0"/>
              </a:spcAft>
              <a:buSzPts val="800"/>
              <a:buNone/>
              <a:defRPr sz="800"/>
            </a:lvl5pPr>
            <a:lvl6pPr lvl="5" rtl="0">
              <a:spcBef>
                <a:spcPts val="0"/>
              </a:spcBef>
              <a:spcAft>
                <a:spcPts val="0"/>
              </a:spcAft>
              <a:buSzPts val="800"/>
              <a:buNone/>
              <a:defRPr sz="800"/>
            </a:lvl6pPr>
            <a:lvl7pPr lvl="6" rtl="0">
              <a:spcBef>
                <a:spcPts val="0"/>
              </a:spcBef>
              <a:spcAft>
                <a:spcPts val="0"/>
              </a:spcAft>
              <a:buSzPts val="800"/>
              <a:buNone/>
              <a:defRPr sz="800"/>
            </a:lvl7pPr>
            <a:lvl8pPr lvl="7" rtl="0">
              <a:spcBef>
                <a:spcPts val="0"/>
              </a:spcBef>
              <a:spcAft>
                <a:spcPts val="0"/>
              </a:spcAft>
              <a:buSzPts val="800"/>
              <a:buNone/>
              <a:defRPr sz="800"/>
            </a:lvl8pPr>
            <a:lvl9pPr lvl="8" rtl="0">
              <a:spcBef>
                <a:spcPts val="0"/>
              </a:spcBef>
              <a:spcAft>
                <a:spcPts val="0"/>
              </a:spcAft>
              <a:buSzPts val="800"/>
              <a:buNone/>
              <a:defRPr sz="800"/>
            </a:lvl9pPr>
          </a:lstStyle>
          <a:p>
            <a:endParaRPr dirty="0"/>
          </a:p>
        </p:txBody>
      </p:sp>
      <p:sp>
        <p:nvSpPr>
          <p:cNvPr id="12" name="Google Shape;25;p4">
            <a:extLst>
              <a:ext uri="{FF2B5EF4-FFF2-40B4-BE49-F238E27FC236}">
                <a16:creationId xmlns:a16="http://schemas.microsoft.com/office/drawing/2014/main" id="{CBD50D83-3B66-E823-1283-5D2C6AF074C9}"/>
              </a:ext>
            </a:extLst>
          </p:cNvPr>
          <p:cNvSpPr txBox="1">
            <a:spLocks noGrp="1"/>
          </p:cNvSpPr>
          <p:nvPr>
            <p:ph type="sldNum" idx="12"/>
          </p:nvPr>
        </p:nvSpPr>
        <p:spPr>
          <a:xfrm>
            <a:off x="8243858" y="106692"/>
            <a:ext cx="548700" cy="393600"/>
          </a:xfrm>
          <a:prstGeom prst="rect">
            <a:avLst/>
          </a:prstGeom>
        </p:spPr>
        <p:txBody>
          <a:bodyPr spcFirstLastPara="1" wrap="square" lIns="91425" tIns="91425" rIns="91425" bIns="91425" anchor="t" anchorCtr="0">
            <a:normAutofit/>
          </a:bodyPr>
          <a:lstStyle>
            <a:lvl1pPr lvl="0" rtl="0">
              <a:buNone/>
              <a:defRPr>
                <a:solidFill>
                  <a:schemeClr val="accent2"/>
                </a:solidFill>
              </a:defRPr>
            </a:lvl1pPr>
            <a:lvl2pPr lvl="1" rtl="0">
              <a:buNone/>
              <a:defRPr>
                <a:solidFill>
                  <a:schemeClr val="accent2"/>
                </a:solidFill>
              </a:defRPr>
            </a:lvl2pPr>
            <a:lvl3pPr lvl="2" rtl="0">
              <a:buNone/>
              <a:defRPr>
                <a:solidFill>
                  <a:schemeClr val="accent2"/>
                </a:solidFill>
              </a:defRPr>
            </a:lvl3pPr>
            <a:lvl4pPr lvl="3" rtl="0">
              <a:buNone/>
              <a:defRPr>
                <a:solidFill>
                  <a:schemeClr val="accent2"/>
                </a:solidFill>
              </a:defRPr>
            </a:lvl4pPr>
            <a:lvl5pPr lvl="4" rtl="0">
              <a:buNone/>
              <a:defRPr>
                <a:solidFill>
                  <a:schemeClr val="accent2"/>
                </a:solidFill>
              </a:defRPr>
            </a:lvl5pPr>
            <a:lvl6pPr lvl="5" rtl="0">
              <a:buNone/>
              <a:defRPr>
                <a:solidFill>
                  <a:schemeClr val="accent2"/>
                </a:solidFill>
              </a:defRPr>
            </a:lvl6pPr>
            <a:lvl7pPr lvl="6" rtl="0">
              <a:buNone/>
              <a:defRPr>
                <a:solidFill>
                  <a:schemeClr val="accent2"/>
                </a:solidFill>
              </a:defRPr>
            </a:lvl7pPr>
            <a:lvl8pPr lvl="7" rtl="0">
              <a:buNone/>
              <a:defRPr>
                <a:solidFill>
                  <a:schemeClr val="accent2"/>
                </a:solidFill>
              </a:defRPr>
            </a:lvl8pPr>
            <a:lvl9pPr lvl="8" rtl="0">
              <a:buNone/>
              <a:defRPr>
                <a:solidFill>
                  <a:schemeClr val="accent2"/>
                </a:solidFill>
              </a:defRPr>
            </a:lvl9pPr>
          </a:lstStyle>
          <a:p>
            <a:pPr marL="0" lvl="0" indent="0" algn="r" rtl="0">
              <a:spcBef>
                <a:spcPts val="0"/>
              </a:spcBef>
              <a:spcAft>
                <a:spcPts val="0"/>
              </a:spcAft>
              <a:buNone/>
            </a:pPr>
            <a:fld id="{00000000-1234-1234-1234-123412341234}" type="slidenum">
              <a:rPr lang="en"/>
              <a:t>‹#›</a:t>
            </a:fld>
            <a:endParaRPr/>
          </a:p>
        </p:txBody>
      </p:sp>
      <p:sp>
        <p:nvSpPr>
          <p:cNvPr id="2" name="Google Shape;53;p8">
            <a:extLst>
              <a:ext uri="{FF2B5EF4-FFF2-40B4-BE49-F238E27FC236}">
                <a16:creationId xmlns:a16="http://schemas.microsoft.com/office/drawing/2014/main" id="{7AAB6B8E-1814-24D5-F727-C528E7D90CE7}"/>
              </a:ext>
            </a:extLst>
          </p:cNvPr>
          <p:cNvSpPr txBox="1">
            <a:spLocks noGrp="1"/>
          </p:cNvSpPr>
          <p:nvPr>
            <p:ph type="body" idx="2"/>
          </p:nvPr>
        </p:nvSpPr>
        <p:spPr>
          <a:xfrm>
            <a:off x="964175" y="2325650"/>
            <a:ext cx="1936500" cy="2033400"/>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Clr>
                <a:schemeClr val="dk1"/>
              </a:buClr>
              <a:buSzPts val="1600"/>
              <a:buChar char="●"/>
              <a:defRPr sz="1600">
                <a:solidFill>
                  <a:schemeClr val="dk1"/>
                </a:solidFill>
              </a:defRPr>
            </a:lvl1pPr>
            <a:lvl2pPr marL="914400" lvl="1" indent="-304800" rtl="0">
              <a:spcBef>
                <a:spcPts val="0"/>
              </a:spcBef>
              <a:spcAft>
                <a:spcPts val="0"/>
              </a:spcAft>
              <a:buClr>
                <a:schemeClr val="dk1"/>
              </a:buClr>
              <a:buSzPts val="1200"/>
              <a:buChar char="○"/>
              <a:defRPr sz="1200">
                <a:solidFill>
                  <a:schemeClr val="dk1"/>
                </a:solidFill>
              </a:defRPr>
            </a:lvl2pPr>
            <a:lvl3pPr marL="1371600" lvl="2" indent="-304800" rtl="0">
              <a:spcBef>
                <a:spcPts val="0"/>
              </a:spcBef>
              <a:spcAft>
                <a:spcPts val="0"/>
              </a:spcAft>
              <a:buClr>
                <a:schemeClr val="dk1"/>
              </a:buClr>
              <a:buSzPts val="1200"/>
              <a:buChar char="■"/>
              <a:defRPr sz="1200">
                <a:solidFill>
                  <a:schemeClr val="dk1"/>
                </a:solidFill>
              </a:defRPr>
            </a:lvl3pPr>
            <a:lvl4pPr marL="1828800" lvl="3" indent="-304800" rtl="0">
              <a:spcBef>
                <a:spcPts val="0"/>
              </a:spcBef>
              <a:spcAft>
                <a:spcPts val="0"/>
              </a:spcAft>
              <a:buClr>
                <a:schemeClr val="dk1"/>
              </a:buClr>
              <a:buSzPts val="1200"/>
              <a:buChar char="●"/>
              <a:defRPr sz="1200">
                <a:solidFill>
                  <a:schemeClr val="dk1"/>
                </a:solidFill>
              </a:defRPr>
            </a:lvl4pPr>
            <a:lvl5pPr marL="2286000" lvl="4" indent="-304800" rtl="0">
              <a:spcBef>
                <a:spcPts val="0"/>
              </a:spcBef>
              <a:spcAft>
                <a:spcPts val="0"/>
              </a:spcAft>
              <a:buClr>
                <a:schemeClr val="dk1"/>
              </a:buClr>
              <a:buSzPts val="1200"/>
              <a:buChar char="○"/>
              <a:defRPr sz="1200">
                <a:solidFill>
                  <a:schemeClr val="dk1"/>
                </a:solidFill>
              </a:defRPr>
            </a:lvl5pPr>
            <a:lvl6pPr marL="2743200" lvl="5" indent="-304800" rtl="0">
              <a:spcBef>
                <a:spcPts val="0"/>
              </a:spcBef>
              <a:spcAft>
                <a:spcPts val="0"/>
              </a:spcAft>
              <a:buClr>
                <a:schemeClr val="dk1"/>
              </a:buClr>
              <a:buSzPts val="1200"/>
              <a:buChar char="■"/>
              <a:defRPr sz="1200">
                <a:solidFill>
                  <a:schemeClr val="dk1"/>
                </a:solidFill>
              </a:defRPr>
            </a:lvl6pPr>
            <a:lvl7pPr marL="3200400" lvl="6" indent="-304800" rtl="0">
              <a:spcBef>
                <a:spcPts val="0"/>
              </a:spcBef>
              <a:spcAft>
                <a:spcPts val="0"/>
              </a:spcAft>
              <a:buClr>
                <a:schemeClr val="dk1"/>
              </a:buClr>
              <a:buSzPts val="1200"/>
              <a:buChar char="●"/>
              <a:defRPr sz="1200">
                <a:solidFill>
                  <a:schemeClr val="dk1"/>
                </a:solidFill>
              </a:defRPr>
            </a:lvl7pPr>
            <a:lvl8pPr marL="3657600" lvl="7" indent="-304800" rtl="0">
              <a:spcBef>
                <a:spcPts val="0"/>
              </a:spcBef>
              <a:spcAft>
                <a:spcPts val="0"/>
              </a:spcAft>
              <a:buClr>
                <a:schemeClr val="dk1"/>
              </a:buClr>
              <a:buSzPts val="1200"/>
              <a:buChar char="○"/>
              <a:defRPr sz="1200">
                <a:solidFill>
                  <a:schemeClr val="dk1"/>
                </a:solidFill>
              </a:defRPr>
            </a:lvl8pPr>
            <a:lvl9pPr marL="4114800" lvl="8" indent="-304800" rtl="0">
              <a:spcBef>
                <a:spcPts val="0"/>
              </a:spcBef>
              <a:spcAft>
                <a:spcPts val="0"/>
              </a:spcAft>
              <a:buClr>
                <a:schemeClr val="dk1"/>
              </a:buClr>
              <a:buSzPts val="1200"/>
              <a:buChar char="■"/>
              <a:defRPr sz="1200">
                <a:solidFill>
                  <a:schemeClr val="dk1"/>
                </a:solidFill>
              </a:defRPr>
            </a:lvl9pPr>
          </a:lstStyle>
          <a:p>
            <a:endParaRPr/>
          </a:p>
        </p:txBody>
      </p:sp>
      <p:sp>
        <p:nvSpPr>
          <p:cNvPr id="3" name="Google Shape;54;p8">
            <a:extLst>
              <a:ext uri="{FF2B5EF4-FFF2-40B4-BE49-F238E27FC236}">
                <a16:creationId xmlns:a16="http://schemas.microsoft.com/office/drawing/2014/main" id="{5006C48F-0795-9DCF-9885-5A7CCA2A2D76}"/>
              </a:ext>
            </a:extLst>
          </p:cNvPr>
          <p:cNvSpPr txBox="1">
            <a:spLocks noGrp="1"/>
          </p:cNvSpPr>
          <p:nvPr>
            <p:ph type="body" idx="13"/>
          </p:nvPr>
        </p:nvSpPr>
        <p:spPr>
          <a:xfrm>
            <a:off x="3328700" y="2325650"/>
            <a:ext cx="1936500" cy="2033400"/>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Clr>
                <a:schemeClr val="dk1"/>
              </a:buClr>
              <a:buSzPts val="1600"/>
              <a:buChar char="●"/>
              <a:defRPr sz="1600">
                <a:solidFill>
                  <a:schemeClr val="dk1"/>
                </a:solidFill>
              </a:defRPr>
            </a:lvl1pPr>
            <a:lvl2pPr marL="914400" lvl="1" indent="-304800" rtl="0">
              <a:spcBef>
                <a:spcPts val="0"/>
              </a:spcBef>
              <a:spcAft>
                <a:spcPts val="0"/>
              </a:spcAft>
              <a:buClr>
                <a:schemeClr val="dk1"/>
              </a:buClr>
              <a:buSzPts val="1200"/>
              <a:buChar char="○"/>
              <a:defRPr sz="1200">
                <a:solidFill>
                  <a:schemeClr val="dk1"/>
                </a:solidFill>
              </a:defRPr>
            </a:lvl2pPr>
            <a:lvl3pPr marL="1371600" lvl="2" indent="-304800" rtl="0">
              <a:spcBef>
                <a:spcPts val="0"/>
              </a:spcBef>
              <a:spcAft>
                <a:spcPts val="0"/>
              </a:spcAft>
              <a:buClr>
                <a:schemeClr val="dk1"/>
              </a:buClr>
              <a:buSzPts val="1200"/>
              <a:buChar char="■"/>
              <a:defRPr sz="1200">
                <a:solidFill>
                  <a:schemeClr val="dk1"/>
                </a:solidFill>
              </a:defRPr>
            </a:lvl3pPr>
            <a:lvl4pPr marL="1828800" lvl="3" indent="-304800" rtl="0">
              <a:spcBef>
                <a:spcPts val="0"/>
              </a:spcBef>
              <a:spcAft>
                <a:spcPts val="0"/>
              </a:spcAft>
              <a:buClr>
                <a:schemeClr val="dk1"/>
              </a:buClr>
              <a:buSzPts val="1200"/>
              <a:buChar char="●"/>
              <a:defRPr sz="1200">
                <a:solidFill>
                  <a:schemeClr val="dk1"/>
                </a:solidFill>
              </a:defRPr>
            </a:lvl4pPr>
            <a:lvl5pPr marL="2286000" lvl="4" indent="-304800" rtl="0">
              <a:spcBef>
                <a:spcPts val="0"/>
              </a:spcBef>
              <a:spcAft>
                <a:spcPts val="0"/>
              </a:spcAft>
              <a:buClr>
                <a:schemeClr val="dk1"/>
              </a:buClr>
              <a:buSzPts val="1200"/>
              <a:buChar char="○"/>
              <a:defRPr sz="1200">
                <a:solidFill>
                  <a:schemeClr val="dk1"/>
                </a:solidFill>
              </a:defRPr>
            </a:lvl5pPr>
            <a:lvl6pPr marL="2743200" lvl="5" indent="-304800" rtl="0">
              <a:spcBef>
                <a:spcPts val="0"/>
              </a:spcBef>
              <a:spcAft>
                <a:spcPts val="0"/>
              </a:spcAft>
              <a:buClr>
                <a:schemeClr val="dk1"/>
              </a:buClr>
              <a:buSzPts val="1200"/>
              <a:buChar char="■"/>
              <a:defRPr sz="1200">
                <a:solidFill>
                  <a:schemeClr val="dk1"/>
                </a:solidFill>
              </a:defRPr>
            </a:lvl6pPr>
            <a:lvl7pPr marL="3200400" lvl="6" indent="-304800" rtl="0">
              <a:spcBef>
                <a:spcPts val="0"/>
              </a:spcBef>
              <a:spcAft>
                <a:spcPts val="0"/>
              </a:spcAft>
              <a:buClr>
                <a:schemeClr val="dk1"/>
              </a:buClr>
              <a:buSzPts val="1200"/>
              <a:buChar char="●"/>
              <a:defRPr sz="1200">
                <a:solidFill>
                  <a:schemeClr val="dk1"/>
                </a:solidFill>
              </a:defRPr>
            </a:lvl7pPr>
            <a:lvl8pPr marL="3657600" lvl="7" indent="-304800" rtl="0">
              <a:spcBef>
                <a:spcPts val="0"/>
              </a:spcBef>
              <a:spcAft>
                <a:spcPts val="0"/>
              </a:spcAft>
              <a:buClr>
                <a:schemeClr val="dk1"/>
              </a:buClr>
              <a:buSzPts val="1200"/>
              <a:buChar char="○"/>
              <a:defRPr sz="1200">
                <a:solidFill>
                  <a:schemeClr val="dk1"/>
                </a:solidFill>
              </a:defRPr>
            </a:lvl8pPr>
            <a:lvl9pPr marL="4114800" lvl="8" indent="-304800" rtl="0">
              <a:spcBef>
                <a:spcPts val="0"/>
              </a:spcBef>
              <a:spcAft>
                <a:spcPts val="0"/>
              </a:spcAft>
              <a:buClr>
                <a:schemeClr val="dk1"/>
              </a:buClr>
              <a:buSzPts val="1200"/>
              <a:buChar char="■"/>
              <a:defRPr sz="1200">
                <a:solidFill>
                  <a:schemeClr val="dk1"/>
                </a:solidFill>
              </a:defRPr>
            </a:lvl9pPr>
          </a:lstStyle>
          <a:p>
            <a:endParaRPr/>
          </a:p>
        </p:txBody>
      </p:sp>
      <p:sp>
        <p:nvSpPr>
          <p:cNvPr id="4" name="Google Shape;55;p8">
            <a:extLst>
              <a:ext uri="{FF2B5EF4-FFF2-40B4-BE49-F238E27FC236}">
                <a16:creationId xmlns:a16="http://schemas.microsoft.com/office/drawing/2014/main" id="{06D408E1-D8EC-F8EE-8FBD-D508720805FB}"/>
              </a:ext>
            </a:extLst>
          </p:cNvPr>
          <p:cNvSpPr txBox="1">
            <a:spLocks noGrp="1"/>
          </p:cNvSpPr>
          <p:nvPr>
            <p:ph type="body" idx="4"/>
          </p:nvPr>
        </p:nvSpPr>
        <p:spPr>
          <a:xfrm>
            <a:off x="5693225" y="2325650"/>
            <a:ext cx="1936500" cy="2033400"/>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Clr>
                <a:schemeClr val="dk1"/>
              </a:buClr>
              <a:buSzPts val="1600"/>
              <a:buChar char="●"/>
              <a:defRPr sz="1600">
                <a:solidFill>
                  <a:schemeClr val="dk1"/>
                </a:solidFill>
              </a:defRPr>
            </a:lvl1pPr>
            <a:lvl2pPr marL="914400" lvl="1" indent="-304800" rtl="0">
              <a:spcBef>
                <a:spcPts val="0"/>
              </a:spcBef>
              <a:spcAft>
                <a:spcPts val="0"/>
              </a:spcAft>
              <a:buClr>
                <a:schemeClr val="dk1"/>
              </a:buClr>
              <a:buSzPts val="1200"/>
              <a:buChar char="○"/>
              <a:defRPr sz="1200">
                <a:solidFill>
                  <a:schemeClr val="dk1"/>
                </a:solidFill>
              </a:defRPr>
            </a:lvl2pPr>
            <a:lvl3pPr marL="1371600" lvl="2" indent="-304800" rtl="0">
              <a:spcBef>
                <a:spcPts val="0"/>
              </a:spcBef>
              <a:spcAft>
                <a:spcPts val="0"/>
              </a:spcAft>
              <a:buClr>
                <a:schemeClr val="dk1"/>
              </a:buClr>
              <a:buSzPts val="1200"/>
              <a:buChar char="■"/>
              <a:defRPr sz="1200">
                <a:solidFill>
                  <a:schemeClr val="dk1"/>
                </a:solidFill>
              </a:defRPr>
            </a:lvl3pPr>
            <a:lvl4pPr marL="1828800" lvl="3" indent="-304800" rtl="0">
              <a:spcBef>
                <a:spcPts val="0"/>
              </a:spcBef>
              <a:spcAft>
                <a:spcPts val="0"/>
              </a:spcAft>
              <a:buClr>
                <a:schemeClr val="dk1"/>
              </a:buClr>
              <a:buSzPts val="1200"/>
              <a:buChar char="●"/>
              <a:defRPr sz="1200">
                <a:solidFill>
                  <a:schemeClr val="dk1"/>
                </a:solidFill>
              </a:defRPr>
            </a:lvl4pPr>
            <a:lvl5pPr marL="2286000" lvl="4" indent="-304800" rtl="0">
              <a:spcBef>
                <a:spcPts val="0"/>
              </a:spcBef>
              <a:spcAft>
                <a:spcPts val="0"/>
              </a:spcAft>
              <a:buClr>
                <a:schemeClr val="dk1"/>
              </a:buClr>
              <a:buSzPts val="1200"/>
              <a:buChar char="○"/>
              <a:defRPr sz="1200">
                <a:solidFill>
                  <a:schemeClr val="dk1"/>
                </a:solidFill>
              </a:defRPr>
            </a:lvl5pPr>
            <a:lvl6pPr marL="2743200" lvl="5" indent="-304800" rtl="0">
              <a:spcBef>
                <a:spcPts val="0"/>
              </a:spcBef>
              <a:spcAft>
                <a:spcPts val="0"/>
              </a:spcAft>
              <a:buClr>
                <a:schemeClr val="dk1"/>
              </a:buClr>
              <a:buSzPts val="1200"/>
              <a:buChar char="■"/>
              <a:defRPr sz="1200">
                <a:solidFill>
                  <a:schemeClr val="dk1"/>
                </a:solidFill>
              </a:defRPr>
            </a:lvl6pPr>
            <a:lvl7pPr marL="3200400" lvl="6" indent="-304800" rtl="0">
              <a:spcBef>
                <a:spcPts val="0"/>
              </a:spcBef>
              <a:spcAft>
                <a:spcPts val="0"/>
              </a:spcAft>
              <a:buClr>
                <a:schemeClr val="dk1"/>
              </a:buClr>
              <a:buSzPts val="1200"/>
              <a:buChar char="●"/>
              <a:defRPr sz="1200">
                <a:solidFill>
                  <a:schemeClr val="dk1"/>
                </a:solidFill>
              </a:defRPr>
            </a:lvl7pPr>
            <a:lvl8pPr marL="3657600" lvl="7" indent="-304800" rtl="0">
              <a:spcBef>
                <a:spcPts val="0"/>
              </a:spcBef>
              <a:spcAft>
                <a:spcPts val="0"/>
              </a:spcAft>
              <a:buClr>
                <a:schemeClr val="dk1"/>
              </a:buClr>
              <a:buSzPts val="1200"/>
              <a:buChar char="○"/>
              <a:defRPr sz="1200">
                <a:solidFill>
                  <a:schemeClr val="dk1"/>
                </a:solidFill>
              </a:defRPr>
            </a:lvl8pPr>
            <a:lvl9pPr marL="4114800" lvl="8" indent="-304800" rtl="0">
              <a:spcBef>
                <a:spcPts val="0"/>
              </a:spcBef>
              <a:spcAft>
                <a:spcPts val="0"/>
              </a:spcAft>
              <a:buClr>
                <a:schemeClr val="dk1"/>
              </a:buClr>
              <a:buSzPts val="1200"/>
              <a:buChar char="■"/>
              <a:defRPr sz="1200">
                <a:solidFill>
                  <a:schemeClr val="dk1"/>
                </a:solidFill>
              </a:defRPr>
            </a:lvl9pPr>
          </a:lstStyle>
          <a:p>
            <a:endParaRPr/>
          </a:p>
        </p:txBody>
      </p:sp>
      <p:sp>
        <p:nvSpPr>
          <p:cNvPr id="5" name="Google Shape;58;p8">
            <a:extLst>
              <a:ext uri="{FF2B5EF4-FFF2-40B4-BE49-F238E27FC236}">
                <a16:creationId xmlns:a16="http://schemas.microsoft.com/office/drawing/2014/main" id="{EA36A0E3-007D-E420-AA92-D94611843340}"/>
              </a:ext>
            </a:extLst>
          </p:cNvPr>
          <p:cNvSpPr txBox="1"/>
          <p:nvPr userDrawn="1"/>
        </p:nvSpPr>
        <p:spPr>
          <a:xfrm>
            <a:off x="1562578" y="915325"/>
            <a:ext cx="469593" cy="1293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7200" dirty="0">
                <a:solidFill>
                  <a:schemeClr val="accent2"/>
                </a:solidFill>
              </a:rPr>
              <a:t>1</a:t>
            </a:r>
            <a:endParaRPr sz="7200" dirty="0">
              <a:solidFill>
                <a:schemeClr val="accent2"/>
              </a:solidFill>
            </a:endParaRPr>
          </a:p>
        </p:txBody>
      </p:sp>
      <p:sp>
        <p:nvSpPr>
          <p:cNvPr id="9" name="Oval 8">
            <a:extLst>
              <a:ext uri="{FF2B5EF4-FFF2-40B4-BE49-F238E27FC236}">
                <a16:creationId xmlns:a16="http://schemas.microsoft.com/office/drawing/2014/main" id="{156B7F64-E26E-961A-4C60-2161B925AC42}"/>
              </a:ext>
            </a:extLst>
          </p:cNvPr>
          <p:cNvSpPr/>
          <p:nvPr userDrawn="1"/>
        </p:nvSpPr>
        <p:spPr>
          <a:xfrm>
            <a:off x="1252769" y="1009969"/>
            <a:ext cx="1089212" cy="1089212"/>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Google Shape;58;p8">
            <a:extLst>
              <a:ext uri="{FF2B5EF4-FFF2-40B4-BE49-F238E27FC236}">
                <a16:creationId xmlns:a16="http://schemas.microsoft.com/office/drawing/2014/main" id="{ED7DFD84-16EE-897A-F788-87370B160857}"/>
              </a:ext>
            </a:extLst>
          </p:cNvPr>
          <p:cNvSpPr txBox="1"/>
          <p:nvPr userDrawn="1"/>
        </p:nvSpPr>
        <p:spPr>
          <a:xfrm>
            <a:off x="3913329" y="915325"/>
            <a:ext cx="469593" cy="1293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7200" dirty="0">
                <a:solidFill>
                  <a:schemeClr val="accent2"/>
                </a:solidFill>
              </a:rPr>
              <a:t>2</a:t>
            </a:r>
            <a:endParaRPr sz="7200" dirty="0">
              <a:solidFill>
                <a:schemeClr val="accent2"/>
              </a:solidFill>
            </a:endParaRPr>
          </a:p>
        </p:txBody>
      </p:sp>
      <p:sp>
        <p:nvSpPr>
          <p:cNvPr id="13" name="Oval 12">
            <a:extLst>
              <a:ext uri="{FF2B5EF4-FFF2-40B4-BE49-F238E27FC236}">
                <a16:creationId xmlns:a16="http://schemas.microsoft.com/office/drawing/2014/main" id="{1B1DE8F7-EFD7-20C5-C9C3-9769E90E9BBB}"/>
              </a:ext>
            </a:extLst>
          </p:cNvPr>
          <p:cNvSpPr/>
          <p:nvPr userDrawn="1"/>
        </p:nvSpPr>
        <p:spPr>
          <a:xfrm>
            <a:off x="3603520" y="1009969"/>
            <a:ext cx="1089212" cy="1089212"/>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Google Shape;58;p8">
            <a:extLst>
              <a:ext uri="{FF2B5EF4-FFF2-40B4-BE49-F238E27FC236}">
                <a16:creationId xmlns:a16="http://schemas.microsoft.com/office/drawing/2014/main" id="{12CD22A9-C77F-0E37-F41A-FD3B0AC1D37A}"/>
              </a:ext>
            </a:extLst>
          </p:cNvPr>
          <p:cNvSpPr txBox="1"/>
          <p:nvPr userDrawn="1"/>
        </p:nvSpPr>
        <p:spPr>
          <a:xfrm>
            <a:off x="6264081" y="915325"/>
            <a:ext cx="469593" cy="1293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7200" dirty="0">
                <a:solidFill>
                  <a:schemeClr val="accent2"/>
                </a:solidFill>
              </a:rPr>
              <a:t>3</a:t>
            </a:r>
            <a:endParaRPr sz="7200" dirty="0">
              <a:solidFill>
                <a:schemeClr val="accent2"/>
              </a:solidFill>
            </a:endParaRPr>
          </a:p>
        </p:txBody>
      </p:sp>
      <p:sp>
        <p:nvSpPr>
          <p:cNvPr id="15" name="Oval 14">
            <a:extLst>
              <a:ext uri="{FF2B5EF4-FFF2-40B4-BE49-F238E27FC236}">
                <a16:creationId xmlns:a16="http://schemas.microsoft.com/office/drawing/2014/main" id="{19A5766C-C98A-4511-B9BB-B7A84A8C4F78}"/>
              </a:ext>
            </a:extLst>
          </p:cNvPr>
          <p:cNvSpPr/>
          <p:nvPr userDrawn="1"/>
        </p:nvSpPr>
        <p:spPr>
          <a:xfrm>
            <a:off x="5954272" y="1009969"/>
            <a:ext cx="1089212" cy="1089212"/>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15845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Google Shape;23;p4">
            <a:extLst>
              <a:ext uri="{FF2B5EF4-FFF2-40B4-BE49-F238E27FC236}">
                <a16:creationId xmlns:a16="http://schemas.microsoft.com/office/drawing/2014/main" id="{7BCEE1F1-BB5E-9A39-3B30-44642D273A99}"/>
              </a:ext>
            </a:extLst>
          </p:cNvPr>
          <p:cNvSpPr txBox="1">
            <a:spLocks noGrp="1"/>
          </p:cNvSpPr>
          <p:nvPr>
            <p:ph type="subTitle" idx="3"/>
          </p:nvPr>
        </p:nvSpPr>
        <p:spPr>
          <a:xfrm>
            <a:off x="387900" y="141075"/>
            <a:ext cx="3768300" cy="3936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1200"/>
              <a:buNone/>
              <a:defRPr sz="1200">
                <a:solidFill>
                  <a:schemeClr val="lt1"/>
                </a:solidFill>
              </a:defRPr>
            </a:lvl1pPr>
            <a:lvl2pPr lvl="1" rtl="0">
              <a:spcBef>
                <a:spcPts val="0"/>
              </a:spcBef>
              <a:spcAft>
                <a:spcPts val="0"/>
              </a:spcAft>
              <a:buSzPts val="800"/>
              <a:buNone/>
              <a:defRPr sz="800"/>
            </a:lvl2pPr>
            <a:lvl3pPr lvl="2" rtl="0">
              <a:spcBef>
                <a:spcPts val="0"/>
              </a:spcBef>
              <a:spcAft>
                <a:spcPts val="0"/>
              </a:spcAft>
              <a:buSzPts val="800"/>
              <a:buNone/>
              <a:defRPr sz="800"/>
            </a:lvl3pPr>
            <a:lvl4pPr lvl="3" rtl="0">
              <a:spcBef>
                <a:spcPts val="0"/>
              </a:spcBef>
              <a:spcAft>
                <a:spcPts val="0"/>
              </a:spcAft>
              <a:buSzPts val="800"/>
              <a:buNone/>
              <a:defRPr sz="800"/>
            </a:lvl4pPr>
            <a:lvl5pPr lvl="4" rtl="0">
              <a:spcBef>
                <a:spcPts val="0"/>
              </a:spcBef>
              <a:spcAft>
                <a:spcPts val="0"/>
              </a:spcAft>
              <a:buSzPts val="800"/>
              <a:buNone/>
              <a:defRPr sz="800"/>
            </a:lvl5pPr>
            <a:lvl6pPr lvl="5" rtl="0">
              <a:spcBef>
                <a:spcPts val="0"/>
              </a:spcBef>
              <a:spcAft>
                <a:spcPts val="0"/>
              </a:spcAft>
              <a:buSzPts val="800"/>
              <a:buNone/>
              <a:defRPr sz="800"/>
            </a:lvl6pPr>
            <a:lvl7pPr lvl="6" rtl="0">
              <a:spcBef>
                <a:spcPts val="0"/>
              </a:spcBef>
              <a:spcAft>
                <a:spcPts val="0"/>
              </a:spcAft>
              <a:buSzPts val="800"/>
              <a:buNone/>
              <a:defRPr sz="800"/>
            </a:lvl7pPr>
            <a:lvl8pPr lvl="7" rtl="0">
              <a:spcBef>
                <a:spcPts val="0"/>
              </a:spcBef>
              <a:spcAft>
                <a:spcPts val="0"/>
              </a:spcAft>
              <a:buSzPts val="800"/>
              <a:buNone/>
              <a:defRPr sz="800"/>
            </a:lvl8pPr>
            <a:lvl9pPr lvl="8" rtl="0">
              <a:spcBef>
                <a:spcPts val="0"/>
              </a:spcBef>
              <a:spcAft>
                <a:spcPts val="0"/>
              </a:spcAft>
              <a:buSzPts val="800"/>
              <a:buNone/>
              <a:defRPr sz="800"/>
            </a:lvl9pPr>
          </a:lstStyle>
          <a:p>
            <a:endParaRPr dirty="0"/>
          </a:p>
        </p:txBody>
      </p:sp>
      <p:sp>
        <p:nvSpPr>
          <p:cNvPr id="12" name="Google Shape;25;p4">
            <a:extLst>
              <a:ext uri="{FF2B5EF4-FFF2-40B4-BE49-F238E27FC236}">
                <a16:creationId xmlns:a16="http://schemas.microsoft.com/office/drawing/2014/main" id="{CBD50D83-3B66-E823-1283-5D2C6AF074C9}"/>
              </a:ext>
            </a:extLst>
          </p:cNvPr>
          <p:cNvSpPr txBox="1">
            <a:spLocks noGrp="1"/>
          </p:cNvSpPr>
          <p:nvPr>
            <p:ph type="sldNum" idx="12"/>
          </p:nvPr>
        </p:nvSpPr>
        <p:spPr>
          <a:xfrm>
            <a:off x="8243858" y="106692"/>
            <a:ext cx="548700" cy="393600"/>
          </a:xfrm>
          <a:prstGeom prst="rect">
            <a:avLst/>
          </a:prstGeom>
        </p:spPr>
        <p:txBody>
          <a:bodyPr spcFirstLastPara="1" wrap="square" lIns="91425" tIns="91425" rIns="91425" bIns="91425" anchor="t" anchorCtr="0">
            <a:normAutofit/>
          </a:bodyPr>
          <a:lstStyle>
            <a:lvl1pPr lvl="0" rtl="0">
              <a:buNone/>
              <a:defRPr>
                <a:solidFill>
                  <a:schemeClr val="accent2"/>
                </a:solidFill>
              </a:defRPr>
            </a:lvl1pPr>
            <a:lvl2pPr lvl="1" rtl="0">
              <a:buNone/>
              <a:defRPr>
                <a:solidFill>
                  <a:schemeClr val="accent2"/>
                </a:solidFill>
              </a:defRPr>
            </a:lvl2pPr>
            <a:lvl3pPr lvl="2" rtl="0">
              <a:buNone/>
              <a:defRPr>
                <a:solidFill>
                  <a:schemeClr val="accent2"/>
                </a:solidFill>
              </a:defRPr>
            </a:lvl3pPr>
            <a:lvl4pPr lvl="3" rtl="0">
              <a:buNone/>
              <a:defRPr>
                <a:solidFill>
                  <a:schemeClr val="accent2"/>
                </a:solidFill>
              </a:defRPr>
            </a:lvl4pPr>
            <a:lvl5pPr lvl="4" rtl="0">
              <a:buNone/>
              <a:defRPr>
                <a:solidFill>
                  <a:schemeClr val="accent2"/>
                </a:solidFill>
              </a:defRPr>
            </a:lvl5pPr>
            <a:lvl6pPr lvl="5" rtl="0">
              <a:buNone/>
              <a:defRPr>
                <a:solidFill>
                  <a:schemeClr val="accent2"/>
                </a:solidFill>
              </a:defRPr>
            </a:lvl6pPr>
            <a:lvl7pPr lvl="6" rtl="0">
              <a:buNone/>
              <a:defRPr>
                <a:solidFill>
                  <a:schemeClr val="accent2"/>
                </a:solidFill>
              </a:defRPr>
            </a:lvl7pPr>
            <a:lvl8pPr lvl="7" rtl="0">
              <a:buNone/>
              <a:defRPr>
                <a:solidFill>
                  <a:schemeClr val="accent2"/>
                </a:solidFill>
              </a:defRPr>
            </a:lvl8pPr>
            <a:lvl9pPr lvl="8" rtl="0">
              <a:buNone/>
              <a:defRPr>
                <a:solidFill>
                  <a:schemeClr val="accent2"/>
                </a:solidFill>
              </a:defRPr>
            </a:lvl9pPr>
          </a:lstStyle>
          <a:p>
            <a:pPr marL="0" lvl="0" indent="0" algn="r" rtl="0">
              <a:spcBef>
                <a:spcPts val="0"/>
              </a:spcBef>
              <a:spcAft>
                <a:spcPts val="0"/>
              </a:spcAft>
              <a:buNone/>
            </a:pPr>
            <a:fld id="{00000000-1234-1234-1234-123412341234}" type="slidenum">
              <a:rPr lang="en"/>
              <a:t>‹#›</a:t>
            </a:fld>
            <a:endParaRPr/>
          </a:p>
        </p:txBody>
      </p:sp>
      <p:sp>
        <p:nvSpPr>
          <p:cNvPr id="6" name="Google Shape;68;p10">
            <a:extLst>
              <a:ext uri="{FF2B5EF4-FFF2-40B4-BE49-F238E27FC236}">
                <a16:creationId xmlns:a16="http://schemas.microsoft.com/office/drawing/2014/main" id="{F1FE515D-79AE-554B-0E88-BC6BEE9DF6B3}"/>
              </a:ext>
            </a:extLst>
          </p:cNvPr>
          <p:cNvSpPr txBox="1">
            <a:spLocks noGrp="1"/>
          </p:cNvSpPr>
          <p:nvPr>
            <p:ph type="title"/>
          </p:nvPr>
        </p:nvSpPr>
        <p:spPr>
          <a:xfrm>
            <a:off x="2465725" y="1626263"/>
            <a:ext cx="4610100" cy="23928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accent2"/>
              </a:buClr>
              <a:buSzPts val="4600"/>
              <a:buNone/>
              <a:defRPr sz="4600">
                <a:solidFill>
                  <a:schemeClr val="accent2"/>
                </a:solidFill>
              </a:defRPr>
            </a:lvl1pPr>
            <a:lvl2pPr lvl="1" rtl="0">
              <a:spcBef>
                <a:spcPts val="0"/>
              </a:spcBef>
              <a:spcAft>
                <a:spcPts val="0"/>
              </a:spcAft>
              <a:buClr>
                <a:schemeClr val="accent2"/>
              </a:buClr>
              <a:buSzPts val="4600"/>
              <a:buNone/>
              <a:defRPr sz="4600">
                <a:solidFill>
                  <a:schemeClr val="accent2"/>
                </a:solidFill>
              </a:defRPr>
            </a:lvl2pPr>
            <a:lvl3pPr lvl="2" rtl="0">
              <a:spcBef>
                <a:spcPts val="0"/>
              </a:spcBef>
              <a:spcAft>
                <a:spcPts val="0"/>
              </a:spcAft>
              <a:buClr>
                <a:schemeClr val="accent2"/>
              </a:buClr>
              <a:buSzPts val="4600"/>
              <a:buNone/>
              <a:defRPr sz="4600">
                <a:solidFill>
                  <a:schemeClr val="accent2"/>
                </a:solidFill>
              </a:defRPr>
            </a:lvl3pPr>
            <a:lvl4pPr lvl="3" rtl="0">
              <a:spcBef>
                <a:spcPts val="0"/>
              </a:spcBef>
              <a:spcAft>
                <a:spcPts val="0"/>
              </a:spcAft>
              <a:buClr>
                <a:schemeClr val="accent2"/>
              </a:buClr>
              <a:buSzPts val="4600"/>
              <a:buNone/>
              <a:defRPr sz="4600">
                <a:solidFill>
                  <a:schemeClr val="accent2"/>
                </a:solidFill>
              </a:defRPr>
            </a:lvl4pPr>
            <a:lvl5pPr lvl="4" rtl="0">
              <a:spcBef>
                <a:spcPts val="0"/>
              </a:spcBef>
              <a:spcAft>
                <a:spcPts val="0"/>
              </a:spcAft>
              <a:buClr>
                <a:schemeClr val="accent2"/>
              </a:buClr>
              <a:buSzPts val="4600"/>
              <a:buNone/>
              <a:defRPr sz="4600">
                <a:solidFill>
                  <a:schemeClr val="accent2"/>
                </a:solidFill>
              </a:defRPr>
            </a:lvl5pPr>
            <a:lvl6pPr lvl="5" rtl="0">
              <a:spcBef>
                <a:spcPts val="0"/>
              </a:spcBef>
              <a:spcAft>
                <a:spcPts val="0"/>
              </a:spcAft>
              <a:buClr>
                <a:schemeClr val="accent2"/>
              </a:buClr>
              <a:buSzPts val="4600"/>
              <a:buNone/>
              <a:defRPr sz="4600">
                <a:solidFill>
                  <a:schemeClr val="accent2"/>
                </a:solidFill>
              </a:defRPr>
            </a:lvl6pPr>
            <a:lvl7pPr lvl="6" rtl="0">
              <a:spcBef>
                <a:spcPts val="0"/>
              </a:spcBef>
              <a:spcAft>
                <a:spcPts val="0"/>
              </a:spcAft>
              <a:buClr>
                <a:schemeClr val="accent2"/>
              </a:buClr>
              <a:buSzPts val="4600"/>
              <a:buNone/>
              <a:defRPr sz="4600">
                <a:solidFill>
                  <a:schemeClr val="accent2"/>
                </a:solidFill>
              </a:defRPr>
            </a:lvl7pPr>
            <a:lvl8pPr lvl="7" rtl="0">
              <a:spcBef>
                <a:spcPts val="0"/>
              </a:spcBef>
              <a:spcAft>
                <a:spcPts val="0"/>
              </a:spcAft>
              <a:buClr>
                <a:schemeClr val="accent2"/>
              </a:buClr>
              <a:buSzPts val="4600"/>
              <a:buNone/>
              <a:defRPr sz="4600">
                <a:solidFill>
                  <a:schemeClr val="accent2"/>
                </a:solidFill>
              </a:defRPr>
            </a:lvl8pPr>
            <a:lvl9pPr lvl="8" rtl="0">
              <a:spcBef>
                <a:spcPts val="0"/>
              </a:spcBef>
              <a:spcAft>
                <a:spcPts val="0"/>
              </a:spcAft>
              <a:buClr>
                <a:schemeClr val="accent2"/>
              </a:buClr>
              <a:buSzPts val="4600"/>
              <a:buNone/>
              <a:defRPr sz="4600">
                <a:solidFill>
                  <a:schemeClr val="accent2"/>
                </a:solidFill>
              </a:defRPr>
            </a:lvl9pPr>
          </a:lstStyle>
          <a:p>
            <a:endParaRPr/>
          </a:p>
        </p:txBody>
      </p:sp>
    </p:spTree>
    <p:extLst>
      <p:ext uri="{BB962C8B-B14F-4D97-AF65-F5344CB8AC3E}">
        <p14:creationId xmlns:p14="http://schemas.microsoft.com/office/powerpoint/2010/main" val="1428724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0938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098"/>
            <a:ext cx="7886700" cy="99509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70486"/>
            <a:ext cx="7886700" cy="32665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71678"/>
            <a:ext cx="2057400" cy="274097"/>
          </a:xfrm>
          <a:prstGeom prst="rect">
            <a:avLst/>
          </a:prstGeom>
        </p:spPr>
        <p:txBody>
          <a:bodyPr vert="horz" lIns="91440" tIns="45720" rIns="91440" bIns="45720" rtlCol="0" anchor="ctr"/>
          <a:lstStyle>
            <a:lvl1pPr algn="l">
              <a:defRPr sz="900">
                <a:solidFill>
                  <a:schemeClr val="tx1">
                    <a:tint val="82000"/>
                  </a:schemeClr>
                </a:solidFill>
              </a:defRPr>
            </a:lvl1pPr>
          </a:lstStyle>
          <a:p>
            <a:fld id="{D03D83E5-B358-A14A-9A6E-D4F1762030EC}" type="datetimeFigureOut">
              <a:rPr lang="en-US" smtClean="0"/>
              <a:t>3/31/25</a:t>
            </a:fld>
            <a:endParaRPr lang="en-US"/>
          </a:p>
        </p:txBody>
      </p:sp>
      <p:sp>
        <p:nvSpPr>
          <p:cNvPr id="5" name="Footer Placeholder 4"/>
          <p:cNvSpPr>
            <a:spLocks noGrp="1"/>
          </p:cNvSpPr>
          <p:nvPr>
            <p:ph type="ftr" sz="quarter" idx="3"/>
          </p:nvPr>
        </p:nvSpPr>
        <p:spPr>
          <a:xfrm>
            <a:off x="3028950" y="4771678"/>
            <a:ext cx="3086100" cy="274097"/>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4771678"/>
            <a:ext cx="2057400" cy="274097"/>
          </a:xfrm>
          <a:prstGeom prst="rect">
            <a:avLst/>
          </a:prstGeom>
        </p:spPr>
        <p:txBody>
          <a:bodyPr vert="horz" lIns="91440" tIns="45720" rIns="91440" bIns="45720" rtlCol="0" anchor="ctr"/>
          <a:lstStyle>
            <a:lvl1pPr algn="r">
              <a:defRPr sz="900">
                <a:solidFill>
                  <a:schemeClr val="tx1">
                    <a:tint val="82000"/>
                  </a:schemeClr>
                </a:solidFill>
              </a:defRPr>
            </a:lvl1pPr>
          </a:lstStyle>
          <a:p>
            <a:fld id="{5E6D784F-FBAE-2742-9AFF-34F1F0A48963}" type="slidenum">
              <a:rPr lang="en-US" smtClean="0"/>
              <a:t>‹#›</a:t>
            </a:fld>
            <a:endParaRPr lang="en-US"/>
          </a:p>
        </p:txBody>
      </p:sp>
    </p:spTree>
    <p:extLst>
      <p:ext uri="{BB962C8B-B14F-4D97-AF65-F5344CB8AC3E}">
        <p14:creationId xmlns:p14="http://schemas.microsoft.com/office/powerpoint/2010/main" val="2316251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D5B59-2A52-957D-E787-00BC27DB2A85}"/>
              </a:ext>
            </a:extLst>
          </p:cNvPr>
          <p:cNvSpPr>
            <a:spLocks noGrp="1"/>
          </p:cNvSpPr>
          <p:nvPr>
            <p:ph type="ctrTitle"/>
          </p:nvPr>
        </p:nvSpPr>
        <p:spPr>
          <a:xfrm>
            <a:off x="701924" y="383241"/>
            <a:ext cx="4730183" cy="3025974"/>
          </a:xfrm>
        </p:spPr>
        <p:txBody>
          <a:bodyPr>
            <a:noAutofit/>
          </a:bodyPr>
          <a:lstStyle/>
          <a:p>
            <a:r>
              <a:rPr lang="en-US" sz="4000" i="1" dirty="0">
                <a:effectLst/>
              </a:rPr>
              <a:t>Navigating Cross-Pressures: How Acculturation Shapes Latino Political Behavior </a:t>
            </a:r>
            <a:endParaRPr lang="en-US" sz="4000" dirty="0"/>
          </a:p>
        </p:txBody>
      </p:sp>
      <p:sp>
        <p:nvSpPr>
          <p:cNvPr id="3" name="Subtitle 2">
            <a:extLst>
              <a:ext uri="{FF2B5EF4-FFF2-40B4-BE49-F238E27FC236}">
                <a16:creationId xmlns:a16="http://schemas.microsoft.com/office/drawing/2014/main" id="{BF832AED-32B5-AF6C-8BA7-B0334225A191}"/>
              </a:ext>
            </a:extLst>
          </p:cNvPr>
          <p:cNvSpPr>
            <a:spLocks noGrp="1"/>
          </p:cNvSpPr>
          <p:nvPr>
            <p:ph type="subTitle" idx="1"/>
          </p:nvPr>
        </p:nvSpPr>
        <p:spPr>
          <a:xfrm>
            <a:off x="701923" y="3628287"/>
            <a:ext cx="6337505" cy="1183800"/>
          </a:xfrm>
        </p:spPr>
        <p:txBody>
          <a:bodyPr>
            <a:normAutofit/>
          </a:bodyPr>
          <a:lstStyle/>
          <a:p>
            <a:r>
              <a:rPr lang="en-US" dirty="0"/>
              <a:t>Jessala A. Grijalva</a:t>
            </a:r>
          </a:p>
          <a:p>
            <a:r>
              <a:rPr lang="en-US" dirty="0"/>
              <a:t>Postdoctoral Research Associate</a:t>
            </a:r>
          </a:p>
          <a:p>
            <a:r>
              <a:rPr lang="en-US" dirty="0"/>
              <a:t>University of Notre Dame 🍀, Institute for Latino Studies</a:t>
            </a:r>
          </a:p>
        </p:txBody>
      </p:sp>
    </p:spTree>
    <p:extLst>
      <p:ext uri="{BB962C8B-B14F-4D97-AF65-F5344CB8AC3E}">
        <p14:creationId xmlns:p14="http://schemas.microsoft.com/office/powerpoint/2010/main" val="1229730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F9664AAA-67CC-9215-026A-C4200712FDAE}"/>
              </a:ext>
            </a:extLst>
          </p:cNvPr>
          <p:cNvSpPr>
            <a:spLocks noGrp="1"/>
          </p:cNvSpPr>
          <p:nvPr>
            <p:ph type="subTitle" idx="3"/>
          </p:nvPr>
        </p:nvSpPr>
        <p:spPr>
          <a:xfrm>
            <a:off x="415607" y="85656"/>
            <a:ext cx="5560319" cy="393600"/>
          </a:xfrm>
        </p:spPr>
        <p:txBody>
          <a:bodyPr>
            <a:noAutofit/>
          </a:bodyPr>
          <a:lstStyle/>
          <a:p>
            <a:r>
              <a:rPr lang="en-US" sz="1800" b="1" dirty="0"/>
              <a:t>Cultural Hybridity as a Normative Latino Experience</a:t>
            </a:r>
          </a:p>
        </p:txBody>
      </p:sp>
      <p:sp>
        <p:nvSpPr>
          <p:cNvPr id="3" name="Title 2">
            <a:extLst>
              <a:ext uri="{FF2B5EF4-FFF2-40B4-BE49-F238E27FC236}">
                <a16:creationId xmlns:a16="http://schemas.microsoft.com/office/drawing/2014/main" id="{60EFC985-D1B8-011E-8809-5930032EE98A}"/>
              </a:ext>
            </a:extLst>
          </p:cNvPr>
          <p:cNvSpPr>
            <a:spLocks noGrp="1"/>
          </p:cNvSpPr>
          <p:nvPr>
            <p:ph type="title"/>
          </p:nvPr>
        </p:nvSpPr>
        <p:spPr>
          <a:xfrm>
            <a:off x="528579" y="1527169"/>
            <a:ext cx="4693022" cy="2093923"/>
          </a:xfrm>
        </p:spPr>
        <p:txBody>
          <a:bodyPr>
            <a:noAutofit/>
          </a:bodyPr>
          <a:lstStyle/>
          <a:p>
            <a:pPr algn="ctr"/>
            <a:r>
              <a:rPr lang="en-US" sz="2000" dirty="0"/>
              <a:t>The new </a:t>
            </a:r>
            <a:r>
              <a:rPr lang="en-US" sz="2000" i="1" dirty="0"/>
              <a:t>mestiza</a:t>
            </a:r>
            <a:r>
              <a:rPr lang="en-US" sz="2000" dirty="0"/>
              <a:t> copes by developing a </a:t>
            </a:r>
            <a:r>
              <a:rPr lang="en-US" sz="2000" dirty="0">
                <a:solidFill>
                  <a:srgbClr val="FF0000"/>
                </a:solidFill>
              </a:rPr>
              <a:t>tolerance for contradictions</a:t>
            </a:r>
            <a:r>
              <a:rPr lang="en-US" sz="2000" dirty="0"/>
              <a:t>, a tolerance for ambiguity... Not only does she sustain contradictions, she turns the ambivalence into something else.</a:t>
            </a:r>
            <a:br>
              <a:rPr lang="en-US" sz="2000" dirty="0"/>
            </a:br>
            <a:br>
              <a:rPr lang="en-US" sz="2000" dirty="0"/>
            </a:br>
            <a:r>
              <a:rPr lang="en-US" sz="2000" dirty="0"/>
              <a:t>- Gloria Anzaldúa, 1987, p. 79)</a:t>
            </a:r>
          </a:p>
        </p:txBody>
      </p:sp>
      <p:pic>
        <p:nvPicPr>
          <p:cNvPr id="10" name="Picture 9" descr="A painting of a person&#10;&#10;Description automatically generated">
            <a:extLst>
              <a:ext uri="{FF2B5EF4-FFF2-40B4-BE49-F238E27FC236}">
                <a16:creationId xmlns:a16="http://schemas.microsoft.com/office/drawing/2014/main" id="{BB9DD3F3-51F8-55BF-5EA9-A42E69A5416A}"/>
              </a:ext>
            </a:extLst>
          </p:cNvPr>
          <p:cNvPicPr>
            <a:picLocks noChangeAspect="1"/>
          </p:cNvPicPr>
          <p:nvPr/>
        </p:nvPicPr>
        <p:blipFill>
          <a:blip r:embed="rId3"/>
          <a:stretch>
            <a:fillRect/>
          </a:stretch>
        </p:blipFill>
        <p:spPr>
          <a:xfrm>
            <a:off x="5732997" y="914400"/>
            <a:ext cx="2611982" cy="3504825"/>
          </a:xfrm>
          <a:prstGeom prst="rect">
            <a:avLst/>
          </a:prstGeom>
        </p:spPr>
      </p:pic>
    </p:spTree>
    <p:extLst>
      <p:ext uri="{BB962C8B-B14F-4D97-AF65-F5344CB8AC3E}">
        <p14:creationId xmlns:p14="http://schemas.microsoft.com/office/powerpoint/2010/main" val="1998053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20FF5-4A45-DABB-7EC6-CE9DAD423F3C}"/>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29078B2D-5975-FA5D-7FBC-5AC7425EE6C0}"/>
              </a:ext>
            </a:extLst>
          </p:cNvPr>
          <p:cNvSpPr>
            <a:spLocks noGrp="1"/>
          </p:cNvSpPr>
          <p:nvPr>
            <p:ph type="subTitle" idx="3"/>
          </p:nvPr>
        </p:nvSpPr>
        <p:spPr>
          <a:xfrm>
            <a:off x="415609" y="108833"/>
            <a:ext cx="3768300" cy="393600"/>
          </a:xfrm>
        </p:spPr>
        <p:txBody>
          <a:bodyPr>
            <a:noAutofit/>
          </a:bodyPr>
          <a:lstStyle/>
          <a:p>
            <a:r>
              <a:rPr lang="en-US" sz="1800" b="1" dirty="0"/>
              <a:t>Binary Acculturation</a:t>
            </a:r>
          </a:p>
        </p:txBody>
      </p:sp>
      <p:sp>
        <p:nvSpPr>
          <p:cNvPr id="3" name="Title 2">
            <a:extLst>
              <a:ext uri="{FF2B5EF4-FFF2-40B4-BE49-F238E27FC236}">
                <a16:creationId xmlns:a16="http://schemas.microsoft.com/office/drawing/2014/main" id="{0AEF43D0-BDF7-97D0-A818-56D577C16CA4}"/>
              </a:ext>
            </a:extLst>
          </p:cNvPr>
          <p:cNvSpPr>
            <a:spLocks noGrp="1"/>
          </p:cNvSpPr>
          <p:nvPr>
            <p:ph type="title"/>
          </p:nvPr>
        </p:nvSpPr>
        <p:spPr>
          <a:xfrm>
            <a:off x="166255" y="878561"/>
            <a:ext cx="8746835" cy="885584"/>
          </a:xfrm>
        </p:spPr>
        <p:txBody>
          <a:bodyPr>
            <a:normAutofit/>
          </a:bodyPr>
          <a:lstStyle/>
          <a:p>
            <a:r>
              <a:rPr lang="en-US" sz="2500" dirty="0"/>
              <a:t>Cultural Retention                                                 Assimilation </a:t>
            </a:r>
          </a:p>
        </p:txBody>
      </p:sp>
      <p:cxnSp>
        <p:nvCxnSpPr>
          <p:cNvPr id="7" name="Straight Arrow Connector 6">
            <a:extLst>
              <a:ext uri="{FF2B5EF4-FFF2-40B4-BE49-F238E27FC236}">
                <a16:creationId xmlns:a16="http://schemas.microsoft.com/office/drawing/2014/main" id="{3B3B845E-C410-C6A2-5B0E-CCF408088FCA}"/>
              </a:ext>
            </a:extLst>
          </p:cNvPr>
          <p:cNvCxnSpPr/>
          <p:nvPr/>
        </p:nvCxnSpPr>
        <p:spPr>
          <a:xfrm>
            <a:off x="3242459" y="1159824"/>
            <a:ext cx="30757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itle 2">
            <a:extLst>
              <a:ext uri="{FF2B5EF4-FFF2-40B4-BE49-F238E27FC236}">
                <a16:creationId xmlns:a16="http://schemas.microsoft.com/office/drawing/2014/main" id="{BE555E95-7650-A30F-5711-5945B328221C}"/>
              </a:ext>
            </a:extLst>
          </p:cNvPr>
          <p:cNvSpPr txBox="1">
            <a:spLocks/>
          </p:cNvSpPr>
          <p:nvPr/>
        </p:nvSpPr>
        <p:spPr>
          <a:xfrm>
            <a:off x="1963137" y="1426008"/>
            <a:ext cx="5634352" cy="522311"/>
          </a:xfrm>
          <a:prstGeom prst="rect">
            <a:avLst/>
          </a:prstGeom>
        </p:spPr>
        <p:txBody>
          <a:bodyPr spcFirstLastPara="1" vert="horz" wrap="square" lIns="91425" tIns="91425" rIns="91425" bIns="91425" rtlCol="0" anchor="t" anchorCtr="0">
            <a:noAutofit/>
          </a:bodyPr>
          <a:lstStyle>
            <a:lvl1pPr lvl="0" algn="l" defTabSz="685800" rtl="0" eaLnBrk="1" latinLnBrk="0" hangingPunct="1">
              <a:lnSpc>
                <a:spcPct val="90000"/>
              </a:lnSpc>
              <a:spcBef>
                <a:spcPts val="0"/>
              </a:spcBef>
              <a:spcAft>
                <a:spcPts val="0"/>
              </a:spcAft>
              <a:buSzPts val="4600"/>
              <a:buFont typeface="Georgia"/>
              <a:buNone/>
              <a:defRPr sz="4600" kern="1200">
                <a:solidFill>
                  <a:schemeClr val="tx1"/>
                </a:solidFill>
                <a:latin typeface="Georgia"/>
                <a:ea typeface="Georgia"/>
                <a:cs typeface="Georgia"/>
                <a:sym typeface="Georgia"/>
              </a:defRPr>
            </a:lvl1pPr>
            <a:lvl2pPr lvl="1" rtl="0">
              <a:spcBef>
                <a:spcPts val="0"/>
              </a:spcBef>
              <a:spcAft>
                <a:spcPts val="0"/>
              </a:spcAft>
              <a:buSzPts val="4600"/>
              <a:buFont typeface="Georgia"/>
              <a:buNone/>
              <a:defRPr sz="4600">
                <a:latin typeface="Georgia"/>
                <a:ea typeface="Georgia"/>
                <a:cs typeface="Georgia"/>
                <a:sym typeface="Georgia"/>
              </a:defRPr>
            </a:lvl2pPr>
            <a:lvl3pPr lvl="2" rtl="0">
              <a:spcBef>
                <a:spcPts val="0"/>
              </a:spcBef>
              <a:spcAft>
                <a:spcPts val="0"/>
              </a:spcAft>
              <a:buSzPts val="4600"/>
              <a:buFont typeface="Georgia"/>
              <a:buNone/>
              <a:defRPr sz="4600">
                <a:latin typeface="Georgia"/>
                <a:ea typeface="Georgia"/>
                <a:cs typeface="Georgia"/>
                <a:sym typeface="Georgia"/>
              </a:defRPr>
            </a:lvl3pPr>
            <a:lvl4pPr lvl="3" rtl="0">
              <a:spcBef>
                <a:spcPts val="0"/>
              </a:spcBef>
              <a:spcAft>
                <a:spcPts val="0"/>
              </a:spcAft>
              <a:buSzPts val="4600"/>
              <a:buFont typeface="Georgia"/>
              <a:buNone/>
              <a:defRPr sz="4600">
                <a:latin typeface="Georgia"/>
                <a:ea typeface="Georgia"/>
                <a:cs typeface="Georgia"/>
                <a:sym typeface="Georgia"/>
              </a:defRPr>
            </a:lvl4pPr>
            <a:lvl5pPr lvl="4" rtl="0">
              <a:spcBef>
                <a:spcPts val="0"/>
              </a:spcBef>
              <a:spcAft>
                <a:spcPts val="0"/>
              </a:spcAft>
              <a:buSzPts val="4600"/>
              <a:buFont typeface="Georgia"/>
              <a:buNone/>
              <a:defRPr sz="4600">
                <a:latin typeface="Georgia"/>
                <a:ea typeface="Georgia"/>
                <a:cs typeface="Georgia"/>
                <a:sym typeface="Georgia"/>
              </a:defRPr>
            </a:lvl5pPr>
            <a:lvl6pPr lvl="5" rtl="0">
              <a:spcBef>
                <a:spcPts val="0"/>
              </a:spcBef>
              <a:spcAft>
                <a:spcPts val="0"/>
              </a:spcAft>
              <a:buSzPts val="4600"/>
              <a:buFont typeface="Georgia"/>
              <a:buNone/>
              <a:defRPr sz="4600">
                <a:latin typeface="Georgia"/>
                <a:ea typeface="Georgia"/>
                <a:cs typeface="Georgia"/>
                <a:sym typeface="Georgia"/>
              </a:defRPr>
            </a:lvl6pPr>
            <a:lvl7pPr lvl="6" rtl="0">
              <a:spcBef>
                <a:spcPts val="0"/>
              </a:spcBef>
              <a:spcAft>
                <a:spcPts val="0"/>
              </a:spcAft>
              <a:buSzPts val="4600"/>
              <a:buFont typeface="Georgia"/>
              <a:buNone/>
              <a:defRPr sz="4600">
                <a:latin typeface="Georgia"/>
                <a:ea typeface="Georgia"/>
                <a:cs typeface="Georgia"/>
                <a:sym typeface="Georgia"/>
              </a:defRPr>
            </a:lvl7pPr>
            <a:lvl8pPr lvl="7" rtl="0">
              <a:spcBef>
                <a:spcPts val="0"/>
              </a:spcBef>
              <a:spcAft>
                <a:spcPts val="0"/>
              </a:spcAft>
              <a:buSzPts val="4600"/>
              <a:buFont typeface="Georgia"/>
              <a:buNone/>
              <a:defRPr sz="4600">
                <a:latin typeface="Georgia"/>
                <a:ea typeface="Georgia"/>
                <a:cs typeface="Georgia"/>
                <a:sym typeface="Georgia"/>
              </a:defRPr>
            </a:lvl8pPr>
            <a:lvl9pPr lvl="8" rtl="0">
              <a:spcBef>
                <a:spcPts val="0"/>
              </a:spcBef>
              <a:spcAft>
                <a:spcPts val="0"/>
              </a:spcAft>
              <a:buSzPts val="4600"/>
              <a:buFont typeface="Georgia"/>
              <a:buNone/>
              <a:defRPr sz="4600">
                <a:latin typeface="Georgia"/>
                <a:ea typeface="Georgia"/>
                <a:cs typeface="Georgia"/>
                <a:sym typeface="Georgia"/>
              </a:defRPr>
            </a:lvl9pPr>
          </a:lstStyle>
          <a:p>
            <a:pPr algn="ctr"/>
            <a:r>
              <a:rPr lang="en-US" sz="2800" b="1" dirty="0">
                <a:solidFill>
                  <a:srgbClr val="FF0000"/>
                </a:solidFill>
              </a:rPr>
              <a:t>Either/Or, but NOT both</a:t>
            </a:r>
          </a:p>
        </p:txBody>
      </p:sp>
      <p:sp>
        <p:nvSpPr>
          <p:cNvPr id="13" name="Title 2">
            <a:extLst>
              <a:ext uri="{FF2B5EF4-FFF2-40B4-BE49-F238E27FC236}">
                <a16:creationId xmlns:a16="http://schemas.microsoft.com/office/drawing/2014/main" id="{59B36127-8386-D54A-1527-13160A2EEEAE}"/>
              </a:ext>
            </a:extLst>
          </p:cNvPr>
          <p:cNvSpPr txBox="1">
            <a:spLocks/>
          </p:cNvSpPr>
          <p:nvPr/>
        </p:nvSpPr>
        <p:spPr>
          <a:xfrm>
            <a:off x="1963137" y="2132494"/>
            <a:ext cx="5634352" cy="2348364"/>
          </a:xfrm>
          <a:prstGeom prst="rect">
            <a:avLst/>
          </a:prstGeom>
          <a:solidFill>
            <a:schemeClr val="accent1">
              <a:alpha val="29863"/>
            </a:schemeClr>
          </a:solidFill>
        </p:spPr>
        <p:txBody>
          <a:bodyPr spcFirstLastPara="1" vert="horz" wrap="square" lIns="91425" tIns="91425" rIns="91425" bIns="91425" rtlCol="0" anchor="t" anchorCtr="0">
            <a:normAutofit fontScale="85000" lnSpcReduction="10000"/>
          </a:bodyPr>
          <a:lstStyle>
            <a:lvl1pPr lvl="0" algn="l" defTabSz="685800" rtl="0" eaLnBrk="1" latinLnBrk="0" hangingPunct="1">
              <a:lnSpc>
                <a:spcPct val="90000"/>
              </a:lnSpc>
              <a:spcBef>
                <a:spcPts val="0"/>
              </a:spcBef>
              <a:spcAft>
                <a:spcPts val="0"/>
              </a:spcAft>
              <a:buSzPts val="4600"/>
              <a:buFont typeface="Georgia"/>
              <a:buNone/>
              <a:defRPr sz="4600" kern="1200">
                <a:solidFill>
                  <a:schemeClr val="tx1"/>
                </a:solidFill>
                <a:latin typeface="Georgia"/>
                <a:ea typeface="Georgia"/>
                <a:cs typeface="Georgia"/>
                <a:sym typeface="Georgia"/>
              </a:defRPr>
            </a:lvl1pPr>
            <a:lvl2pPr lvl="1" rtl="0">
              <a:spcBef>
                <a:spcPts val="0"/>
              </a:spcBef>
              <a:spcAft>
                <a:spcPts val="0"/>
              </a:spcAft>
              <a:buSzPts val="4600"/>
              <a:buFont typeface="Georgia"/>
              <a:buNone/>
              <a:defRPr sz="4600">
                <a:latin typeface="Georgia"/>
                <a:ea typeface="Georgia"/>
                <a:cs typeface="Georgia"/>
                <a:sym typeface="Georgia"/>
              </a:defRPr>
            </a:lvl2pPr>
            <a:lvl3pPr lvl="2" rtl="0">
              <a:spcBef>
                <a:spcPts val="0"/>
              </a:spcBef>
              <a:spcAft>
                <a:spcPts val="0"/>
              </a:spcAft>
              <a:buSzPts val="4600"/>
              <a:buFont typeface="Georgia"/>
              <a:buNone/>
              <a:defRPr sz="4600">
                <a:latin typeface="Georgia"/>
                <a:ea typeface="Georgia"/>
                <a:cs typeface="Georgia"/>
                <a:sym typeface="Georgia"/>
              </a:defRPr>
            </a:lvl3pPr>
            <a:lvl4pPr lvl="3" rtl="0">
              <a:spcBef>
                <a:spcPts val="0"/>
              </a:spcBef>
              <a:spcAft>
                <a:spcPts val="0"/>
              </a:spcAft>
              <a:buSzPts val="4600"/>
              <a:buFont typeface="Georgia"/>
              <a:buNone/>
              <a:defRPr sz="4600">
                <a:latin typeface="Georgia"/>
                <a:ea typeface="Georgia"/>
                <a:cs typeface="Georgia"/>
                <a:sym typeface="Georgia"/>
              </a:defRPr>
            </a:lvl4pPr>
            <a:lvl5pPr lvl="4" rtl="0">
              <a:spcBef>
                <a:spcPts val="0"/>
              </a:spcBef>
              <a:spcAft>
                <a:spcPts val="0"/>
              </a:spcAft>
              <a:buSzPts val="4600"/>
              <a:buFont typeface="Georgia"/>
              <a:buNone/>
              <a:defRPr sz="4600">
                <a:latin typeface="Georgia"/>
                <a:ea typeface="Georgia"/>
                <a:cs typeface="Georgia"/>
                <a:sym typeface="Georgia"/>
              </a:defRPr>
            </a:lvl5pPr>
            <a:lvl6pPr lvl="5" rtl="0">
              <a:spcBef>
                <a:spcPts val="0"/>
              </a:spcBef>
              <a:spcAft>
                <a:spcPts val="0"/>
              </a:spcAft>
              <a:buSzPts val="4600"/>
              <a:buFont typeface="Georgia"/>
              <a:buNone/>
              <a:defRPr sz="4600">
                <a:latin typeface="Georgia"/>
                <a:ea typeface="Georgia"/>
                <a:cs typeface="Georgia"/>
                <a:sym typeface="Georgia"/>
              </a:defRPr>
            </a:lvl6pPr>
            <a:lvl7pPr lvl="6" rtl="0">
              <a:spcBef>
                <a:spcPts val="0"/>
              </a:spcBef>
              <a:spcAft>
                <a:spcPts val="0"/>
              </a:spcAft>
              <a:buSzPts val="4600"/>
              <a:buFont typeface="Georgia"/>
              <a:buNone/>
              <a:defRPr sz="4600">
                <a:latin typeface="Georgia"/>
                <a:ea typeface="Georgia"/>
                <a:cs typeface="Georgia"/>
                <a:sym typeface="Georgia"/>
              </a:defRPr>
            </a:lvl7pPr>
            <a:lvl8pPr lvl="7" rtl="0">
              <a:spcBef>
                <a:spcPts val="0"/>
              </a:spcBef>
              <a:spcAft>
                <a:spcPts val="0"/>
              </a:spcAft>
              <a:buSzPts val="4600"/>
              <a:buFont typeface="Georgia"/>
              <a:buNone/>
              <a:defRPr sz="4600">
                <a:latin typeface="Georgia"/>
                <a:ea typeface="Georgia"/>
                <a:cs typeface="Georgia"/>
                <a:sym typeface="Georgia"/>
              </a:defRPr>
            </a:lvl8pPr>
            <a:lvl9pPr lvl="8" rtl="0">
              <a:spcBef>
                <a:spcPts val="0"/>
              </a:spcBef>
              <a:spcAft>
                <a:spcPts val="0"/>
              </a:spcAft>
              <a:buSzPts val="4600"/>
              <a:buFont typeface="Georgia"/>
              <a:buNone/>
              <a:defRPr sz="4600">
                <a:latin typeface="Georgia"/>
                <a:ea typeface="Georgia"/>
                <a:cs typeface="Georgia"/>
                <a:sym typeface="Georgia"/>
              </a:defRPr>
            </a:lvl9pPr>
          </a:lstStyle>
          <a:p>
            <a:r>
              <a:rPr lang="en-US" sz="2000" dirty="0"/>
              <a:t>Example from (</a:t>
            </a:r>
            <a:r>
              <a:rPr lang="en-US" sz="2000" dirty="0" err="1"/>
              <a:t>Branton</a:t>
            </a:r>
            <a:r>
              <a:rPr lang="en-US" sz="2000" dirty="0"/>
              <a:t> et al., 2014):</a:t>
            </a:r>
            <a:br>
              <a:rPr lang="en-US" sz="2000" dirty="0"/>
            </a:br>
            <a:br>
              <a:rPr lang="en-US" sz="2000" dirty="0"/>
            </a:br>
            <a:r>
              <a:rPr lang="en-US" sz="2000" dirty="0"/>
              <a:t>To  examine  the  impact  of  acculturation  on  moral  policy  preferences  we account  for  various facets of the acculturation experience including nativity, language skills, and time in  the  U.S. In  accordance  with  the  research  above,  we  expect  less  acculturated  Latinos to  express more opposition to legalized abortion and less support for legal recognition of same- sex couples than more acculturated Latinos.</a:t>
            </a:r>
          </a:p>
        </p:txBody>
      </p:sp>
    </p:spTree>
    <p:extLst>
      <p:ext uri="{BB962C8B-B14F-4D97-AF65-F5344CB8AC3E}">
        <p14:creationId xmlns:p14="http://schemas.microsoft.com/office/powerpoint/2010/main" val="3385722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06275-F009-2EB5-A881-552730D2535E}"/>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A5167029-13CF-759E-DCD7-C8F4D6784525}"/>
              </a:ext>
            </a:extLst>
          </p:cNvPr>
          <p:cNvSpPr>
            <a:spLocks noGrp="1"/>
          </p:cNvSpPr>
          <p:nvPr>
            <p:ph type="subTitle" idx="3"/>
          </p:nvPr>
        </p:nvSpPr>
        <p:spPr>
          <a:xfrm>
            <a:off x="415607" y="85656"/>
            <a:ext cx="5560319" cy="393600"/>
          </a:xfrm>
        </p:spPr>
        <p:txBody>
          <a:bodyPr>
            <a:noAutofit/>
          </a:bodyPr>
          <a:lstStyle/>
          <a:p>
            <a:r>
              <a:rPr lang="en-US" sz="1800" b="1" dirty="0"/>
              <a:t>Research Gap</a:t>
            </a:r>
          </a:p>
        </p:txBody>
      </p:sp>
      <p:pic>
        <p:nvPicPr>
          <p:cNvPr id="3074" name="Picture 2" descr="Why Are More Latino Voters Supporting Trump? | The New Yorker">
            <a:extLst>
              <a:ext uri="{FF2B5EF4-FFF2-40B4-BE49-F238E27FC236}">
                <a16:creationId xmlns:a16="http://schemas.microsoft.com/office/drawing/2014/main" id="{1AC61A3D-90AC-3318-63F8-8A74C3C3E7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379" y="1173054"/>
            <a:ext cx="2802154" cy="280215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graph with numbers and a black background&#10;&#10;Description automatically generated">
            <a:extLst>
              <a:ext uri="{FF2B5EF4-FFF2-40B4-BE49-F238E27FC236}">
                <a16:creationId xmlns:a16="http://schemas.microsoft.com/office/drawing/2014/main" id="{362DE3FB-C6EF-0831-B0B4-D94329E2580B}"/>
              </a:ext>
            </a:extLst>
          </p:cNvPr>
          <p:cNvPicPr>
            <a:picLocks noChangeAspect="1"/>
          </p:cNvPicPr>
          <p:nvPr/>
        </p:nvPicPr>
        <p:blipFill>
          <a:blip r:embed="rId4"/>
          <a:stretch>
            <a:fillRect/>
          </a:stretch>
        </p:blipFill>
        <p:spPr>
          <a:xfrm>
            <a:off x="3246728" y="1408653"/>
            <a:ext cx="5660893" cy="2330956"/>
          </a:xfrm>
          <a:prstGeom prst="rect">
            <a:avLst/>
          </a:prstGeom>
        </p:spPr>
      </p:pic>
    </p:spTree>
    <p:extLst>
      <p:ext uri="{BB962C8B-B14F-4D97-AF65-F5344CB8AC3E}">
        <p14:creationId xmlns:p14="http://schemas.microsoft.com/office/powerpoint/2010/main" val="2499777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93CBE-56D6-C992-88C5-354AB80500FD}"/>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6AF0C283-EA29-0F38-5869-D366814A3310}"/>
              </a:ext>
            </a:extLst>
          </p:cNvPr>
          <p:cNvSpPr>
            <a:spLocks noGrp="1"/>
          </p:cNvSpPr>
          <p:nvPr>
            <p:ph type="subTitle" idx="3"/>
          </p:nvPr>
        </p:nvSpPr>
        <p:spPr>
          <a:xfrm>
            <a:off x="415607" y="85656"/>
            <a:ext cx="6793576" cy="393600"/>
          </a:xfrm>
        </p:spPr>
        <p:txBody>
          <a:bodyPr>
            <a:noAutofit/>
          </a:bodyPr>
          <a:lstStyle/>
          <a:p>
            <a:r>
              <a:rPr lang="en-US" sz="1800" b="1" dirty="0"/>
              <a:t>MLAM Operationalizing Data from 2006 Latino National Survey</a:t>
            </a:r>
          </a:p>
        </p:txBody>
      </p:sp>
      <p:pic>
        <p:nvPicPr>
          <p:cNvPr id="6" name="Picture 5" descr="A diagram of a multidimensional latina model&#10;&#10;Description automatically generated">
            <a:extLst>
              <a:ext uri="{FF2B5EF4-FFF2-40B4-BE49-F238E27FC236}">
                <a16:creationId xmlns:a16="http://schemas.microsoft.com/office/drawing/2014/main" id="{D8E21C87-AE82-26FB-FADC-C391CF304A1A}"/>
              </a:ext>
            </a:extLst>
          </p:cNvPr>
          <p:cNvPicPr>
            <a:picLocks noChangeAspect="1"/>
          </p:cNvPicPr>
          <p:nvPr/>
        </p:nvPicPr>
        <p:blipFill>
          <a:blip r:embed="rId3"/>
          <a:stretch>
            <a:fillRect/>
          </a:stretch>
        </p:blipFill>
        <p:spPr>
          <a:xfrm>
            <a:off x="4097260" y="1700507"/>
            <a:ext cx="4769944" cy="1747247"/>
          </a:xfrm>
          <a:prstGeom prst="rect">
            <a:avLst/>
          </a:prstGeom>
        </p:spPr>
      </p:pic>
      <p:pic>
        <p:nvPicPr>
          <p:cNvPr id="8" name="Picture 7" descr="A table of information&#10;&#10;Description automatically generated">
            <a:extLst>
              <a:ext uri="{FF2B5EF4-FFF2-40B4-BE49-F238E27FC236}">
                <a16:creationId xmlns:a16="http://schemas.microsoft.com/office/drawing/2014/main" id="{C0A0B34E-530E-4EE7-B037-0AE59D52DE09}"/>
              </a:ext>
            </a:extLst>
          </p:cNvPr>
          <p:cNvPicPr>
            <a:picLocks noChangeAspect="1"/>
          </p:cNvPicPr>
          <p:nvPr/>
        </p:nvPicPr>
        <p:blipFill>
          <a:blip r:embed="rId4"/>
          <a:stretch>
            <a:fillRect/>
          </a:stretch>
        </p:blipFill>
        <p:spPr>
          <a:xfrm>
            <a:off x="220120" y="1262166"/>
            <a:ext cx="3558014" cy="2623929"/>
          </a:xfrm>
          <a:prstGeom prst="rect">
            <a:avLst/>
          </a:prstGeom>
        </p:spPr>
      </p:pic>
    </p:spTree>
    <p:extLst>
      <p:ext uri="{BB962C8B-B14F-4D97-AF65-F5344CB8AC3E}">
        <p14:creationId xmlns:p14="http://schemas.microsoft.com/office/powerpoint/2010/main" val="2163070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2363B5B7-55DD-0AEE-B121-854B26D47C86}"/>
              </a:ext>
            </a:extLst>
          </p:cNvPr>
          <p:cNvSpPr>
            <a:spLocks noGrp="1"/>
          </p:cNvSpPr>
          <p:nvPr>
            <p:ph type="subTitle" idx="3"/>
          </p:nvPr>
        </p:nvSpPr>
        <p:spPr>
          <a:xfrm>
            <a:off x="350954" y="113366"/>
            <a:ext cx="4950718" cy="393600"/>
          </a:xfrm>
        </p:spPr>
        <p:txBody>
          <a:bodyPr>
            <a:noAutofit/>
          </a:bodyPr>
          <a:lstStyle/>
          <a:p>
            <a:r>
              <a:rPr lang="en-US" sz="1800" b="1" dirty="0"/>
              <a:t>Multidimensional Latino Acculturation Model</a:t>
            </a:r>
          </a:p>
        </p:txBody>
      </p:sp>
      <p:pic>
        <p:nvPicPr>
          <p:cNvPr id="12" name="Picture 11" descr="A diagram of a cultural retention&#10;&#10;Description automatically generated">
            <a:extLst>
              <a:ext uri="{FF2B5EF4-FFF2-40B4-BE49-F238E27FC236}">
                <a16:creationId xmlns:a16="http://schemas.microsoft.com/office/drawing/2014/main" id="{BE6B069A-D2EF-0976-DB2D-A34F74A7BD7E}"/>
              </a:ext>
            </a:extLst>
          </p:cNvPr>
          <p:cNvPicPr>
            <a:picLocks noChangeAspect="1"/>
          </p:cNvPicPr>
          <p:nvPr/>
        </p:nvPicPr>
        <p:blipFill>
          <a:blip r:embed="rId2"/>
          <a:stretch>
            <a:fillRect/>
          </a:stretch>
        </p:blipFill>
        <p:spPr>
          <a:xfrm>
            <a:off x="853108" y="660826"/>
            <a:ext cx="7437783" cy="3959129"/>
          </a:xfrm>
          <a:prstGeom prst="rect">
            <a:avLst/>
          </a:prstGeom>
        </p:spPr>
      </p:pic>
    </p:spTree>
    <p:extLst>
      <p:ext uri="{BB962C8B-B14F-4D97-AF65-F5344CB8AC3E}">
        <p14:creationId xmlns:p14="http://schemas.microsoft.com/office/powerpoint/2010/main" val="540773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22107-C2BD-16EA-A5ED-1741D4670E21}"/>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25E3B50B-4583-70AF-88CF-B6449D886937}"/>
              </a:ext>
            </a:extLst>
          </p:cNvPr>
          <p:cNvSpPr>
            <a:spLocks noGrp="1"/>
          </p:cNvSpPr>
          <p:nvPr>
            <p:ph type="subTitle" idx="3"/>
          </p:nvPr>
        </p:nvSpPr>
        <p:spPr>
          <a:xfrm>
            <a:off x="415607" y="85656"/>
            <a:ext cx="5560319" cy="393600"/>
          </a:xfrm>
        </p:spPr>
        <p:txBody>
          <a:bodyPr>
            <a:noAutofit/>
          </a:bodyPr>
          <a:lstStyle/>
          <a:p>
            <a:r>
              <a:rPr lang="en-US" sz="1800" b="1" dirty="0"/>
              <a:t>Cross-Pressures</a:t>
            </a:r>
          </a:p>
        </p:txBody>
      </p:sp>
      <p:pic>
        <p:nvPicPr>
          <p:cNvPr id="3" name="Picture 2" descr="A blue squares with white text&#10;&#10;Description automatically generated">
            <a:extLst>
              <a:ext uri="{FF2B5EF4-FFF2-40B4-BE49-F238E27FC236}">
                <a16:creationId xmlns:a16="http://schemas.microsoft.com/office/drawing/2014/main" id="{374956E7-2DF2-6F62-E449-038D495F1995}"/>
              </a:ext>
            </a:extLst>
          </p:cNvPr>
          <p:cNvPicPr>
            <a:picLocks noChangeAspect="1"/>
          </p:cNvPicPr>
          <p:nvPr/>
        </p:nvPicPr>
        <p:blipFill>
          <a:blip r:embed="rId3"/>
          <a:stretch>
            <a:fillRect/>
          </a:stretch>
        </p:blipFill>
        <p:spPr>
          <a:xfrm>
            <a:off x="1566585" y="789414"/>
            <a:ext cx="6010830" cy="3736938"/>
          </a:xfrm>
          <a:prstGeom prst="rect">
            <a:avLst/>
          </a:prstGeom>
        </p:spPr>
      </p:pic>
    </p:spTree>
    <p:extLst>
      <p:ext uri="{BB962C8B-B14F-4D97-AF65-F5344CB8AC3E}">
        <p14:creationId xmlns:p14="http://schemas.microsoft.com/office/powerpoint/2010/main" val="776810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98137-AEF0-8631-FE61-761D9C091F80}"/>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0683F128-7AF4-5EA3-0AB7-C8B24DD2D166}"/>
              </a:ext>
            </a:extLst>
          </p:cNvPr>
          <p:cNvSpPr>
            <a:spLocks noGrp="1"/>
          </p:cNvSpPr>
          <p:nvPr>
            <p:ph type="subTitle" idx="3"/>
          </p:nvPr>
        </p:nvSpPr>
        <p:spPr>
          <a:xfrm>
            <a:off x="415607" y="85656"/>
            <a:ext cx="8118793" cy="393600"/>
          </a:xfrm>
        </p:spPr>
        <p:txBody>
          <a:bodyPr>
            <a:noAutofit/>
          </a:bodyPr>
          <a:lstStyle/>
          <a:p>
            <a:r>
              <a:rPr lang="en-US" sz="1800" b="1" dirty="0"/>
              <a:t>First Bidirectional Look – Political Profiles by Acculturation Orientation</a:t>
            </a:r>
          </a:p>
        </p:txBody>
      </p:sp>
      <p:pic>
        <p:nvPicPr>
          <p:cNvPr id="7" name="Picture 6" descr="A diagram of a political spectrum&#10;&#10;Description automatically generated">
            <a:extLst>
              <a:ext uri="{FF2B5EF4-FFF2-40B4-BE49-F238E27FC236}">
                <a16:creationId xmlns:a16="http://schemas.microsoft.com/office/drawing/2014/main" id="{B70AB95B-79C7-8A05-9CF9-13D36F0C52AB}"/>
              </a:ext>
            </a:extLst>
          </p:cNvPr>
          <p:cNvPicPr>
            <a:picLocks noChangeAspect="1"/>
          </p:cNvPicPr>
          <p:nvPr/>
        </p:nvPicPr>
        <p:blipFill>
          <a:blip r:embed="rId3"/>
          <a:stretch>
            <a:fillRect/>
          </a:stretch>
        </p:blipFill>
        <p:spPr>
          <a:xfrm>
            <a:off x="916274" y="678731"/>
            <a:ext cx="7311452" cy="3944131"/>
          </a:xfrm>
          <a:prstGeom prst="rect">
            <a:avLst/>
          </a:prstGeom>
          <a:noFill/>
          <a:ln>
            <a:noFill/>
          </a:ln>
        </p:spPr>
        <p:style>
          <a:lnRef idx="0">
            <a:scrgbClr r="0" g="0" b="0"/>
          </a:lnRef>
          <a:fillRef idx="0">
            <a:scrgbClr r="0" g="0" b="0"/>
          </a:fillRef>
          <a:effectRef idx="0">
            <a:scrgbClr r="0" g="0" b="0"/>
          </a:effectRef>
          <a:fontRef idx="minor">
            <a:schemeClr val="dk1"/>
          </a:fontRef>
        </p:style>
      </p:pic>
    </p:spTree>
    <p:extLst>
      <p:ext uri="{BB962C8B-B14F-4D97-AF65-F5344CB8AC3E}">
        <p14:creationId xmlns:p14="http://schemas.microsoft.com/office/powerpoint/2010/main" val="3607714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441CE8E-3EAE-79B2-05B8-E6EBED612BD7}"/>
              </a:ext>
            </a:extLst>
          </p:cNvPr>
          <p:cNvSpPr>
            <a:spLocks noGrp="1"/>
          </p:cNvSpPr>
          <p:nvPr>
            <p:ph type="subTitle" idx="3"/>
          </p:nvPr>
        </p:nvSpPr>
        <p:spPr>
          <a:xfrm>
            <a:off x="387900" y="104548"/>
            <a:ext cx="3768300" cy="393600"/>
          </a:xfrm>
        </p:spPr>
        <p:txBody>
          <a:bodyPr>
            <a:noAutofit/>
          </a:bodyPr>
          <a:lstStyle/>
          <a:p>
            <a:r>
              <a:rPr lang="en-US" sz="1800" b="1" dirty="0"/>
              <a:t>Final Takeaways</a:t>
            </a:r>
          </a:p>
        </p:txBody>
      </p:sp>
      <p:sp>
        <p:nvSpPr>
          <p:cNvPr id="3" name="Text Placeholder 2">
            <a:extLst>
              <a:ext uri="{FF2B5EF4-FFF2-40B4-BE49-F238E27FC236}">
                <a16:creationId xmlns:a16="http://schemas.microsoft.com/office/drawing/2014/main" id="{C355F930-EFE4-C5D1-359C-F20D57FAA6BC}"/>
              </a:ext>
            </a:extLst>
          </p:cNvPr>
          <p:cNvSpPr>
            <a:spLocks noGrp="1"/>
          </p:cNvSpPr>
          <p:nvPr>
            <p:ph type="body" idx="2"/>
          </p:nvPr>
        </p:nvSpPr>
        <p:spPr>
          <a:xfrm>
            <a:off x="699626" y="2325651"/>
            <a:ext cx="2512775" cy="940064"/>
          </a:xfrm>
        </p:spPr>
        <p:txBody>
          <a:bodyPr/>
          <a:lstStyle/>
          <a:p>
            <a:r>
              <a:rPr lang="en-US" dirty="0"/>
              <a:t>Bidirectional Acculturation &gt; Binary Acculturation</a:t>
            </a:r>
          </a:p>
        </p:txBody>
      </p:sp>
      <p:sp>
        <p:nvSpPr>
          <p:cNvPr id="4" name="Text Placeholder 3">
            <a:extLst>
              <a:ext uri="{FF2B5EF4-FFF2-40B4-BE49-F238E27FC236}">
                <a16:creationId xmlns:a16="http://schemas.microsoft.com/office/drawing/2014/main" id="{6FE16990-8F49-F990-AAAB-D626CCA65B3B}"/>
              </a:ext>
            </a:extLst>
          </p:cNvPr>
          <p:cNvSpPr>
            <a:spLocks noGrp="1"/>
          </p:cNvSpPr>
          <p:nvPr>
            <p:ph type="body" idx="13"/>
          </p:nvPr>
        </p:nvSpPr>
        <p:spPr>
          <a:xfrm>
            <a:off x="3315612" y="2325650"/>
            <a:ext cx="2512775" cy="940064"/>
          </a:xfrm>
        </p:spPr>
        <p:txBody>
          <a:bodyPr/>
          <a:lstStyle/>
          <a:p>
            <a:r>
              <a:rPr lang="en-US" dirty="0"/>
              <a:t>Cultural Hybridity, normative for a majority of Latinos</a:t>
            </a:r>
          </a:p>
        </p:txBody>
      </p:sp>
      <p:sp>
        <p:nvSpPr>
          <p:cNvPr id="5" name="Text Placeholder 4">
            <a:extLst>
              <a:ext uri="{FF2B5EF4-FFF2-40B4-BE49-F238E27FC236}">
                <a16:creationId xmlns:a16="http://schemas.microsoft.com/office/drawing/2014/main" id="{4F3D0F69-578B-EF1D-323E-B84FB2A982E4}"/>
              </a:ext>
            </a:extLst>
          </p:cNvPr>
          <p:cNvSpPr>
            <a:spLocks noGrp="1"/>
          </p:cNvSpPr>
          <p:nvPr>
            <p:ph type="body" idx="4"/>
          </p:nvPr>
        </p:nvSpPr>
        <p:spPr>
          <a:xfrm>
            <a:off x="5931599" y="2313345"/>
            <a:ext cx="2689887" cy="1300712"/>
          </a:xfrm>
        </p:spPr>
        <p:txBody>
          <a:bodyPr/>
          <a:lstStyle/>
          <a:p>
            <a:r>
              <a:rPr lang="en-US" dirty="0"/>
              <a:t>Acculturation taps into Latino liminality (social identity, strategies for navigating cultural differences, etc.)</a:t>
            </a:r>
          </a:p>
        </p:txBody>
      </p:sp>
      <p:sp>
        <p:nvSpPr>
          <p:cNvPr id="6" name="Text Placeholder 2">
            <a:extLst>
              <a:ext uri="{FF2B5EF4-FFF2-40B4-BE49-F238E27FC236}">
                <a16:creationId xmlns:a16="http://schemas.microsoft.com/office/drawing/2014/main" id="{2B00E572-A569-180E-9592-AEB9762978CB}"/>
              </a:ext>
            </a:extLst>
          </p:cNvPr>
          <p:cNvSpPr txBox="1">
            <a:spLocks/>
          </p:cNvSpPr>
          <p:nvPr/>
        </p:nvSpPr>
        <p:spPr>
          <a:xfrm>
            <a:off x="1258946" y="3497943"/>
            <a:ext cx="6767643" cy="1152172"/>
          </a:xfrm>
          <a:prstGeom prst="rect">
            <a:avLst/>
          </a:prstGeom>
        </p:spPr>
        <p:txBody>
          <a:bodyPr spcFirstLastPara="1" vert="horz" wrap="square" lIns="91425" tIns="91425" rIns="91425" bIns="91425" rtlCol="0" anchor="t" anchorCtr="0">
            <a:noAutofit/>
          </a:bodyPr>
          <a:lstStyle>
            <a:lvl1pPr marL="457200" lvl="0" indent="-330200" algn="l" defTabSz="685800" rtl="0" eaLnBrk="1" latinLnBrk="0" hangingPunct="1">
              <a:lnSpc>
                <a:spcPct val="90000"/>
              </a:lnSpc>
              <a:spcBef>
                <a:spcPts val="0"/>
              </a:spcBef>
              <a:spcAft>
                <a:spcPts val="0"/>
              </a:spcAft>
              <a:buClr>
                <a:schemeClr val="dk1"/>
              </a:buClr>
              <a:buSzPts val="1600"/>
              <a:buFont typeface="Arial" panose="020B0604020202020204" pitchFamily="34" charset="0"/>
              <a:buChar char="●"/>
              <a:defRPr sz="1600" kern="1200">
                <a:solidFill>
                  <a:schemeClr val="dk1"/>
                </a:solidFill>
                <a:latin typeface="+mn-lt"/>
                <a:ea typeface="+mn-ea"/>
                <a:cs typeface="+mn-cs"/>
              </a:defRPr>
            </a:lvl1pPr>
            <a:lvl2pPr marL="914400" lvl="1" indent="-304800" algn="l" defTabSz="685800" rtl="0" eaLnBrk="1" latinLnBrk="0" hangingPunct="1">
              <a:lnSpc>
                <a:spcPct val="90000"/>
              </a:lnSpc>
              <a:spcBef>
                <a:spcPts val="0"/>
              </a:spcBef>
              <a:spcAft>
                <a:spcPts val="0"/>
              </a:spcAft>
              <a:buClr>
                <a:schemeClr val="dk1"/>
              </a:buClr>
              <a:buSzPts val="1200"/>
              <a:buFont typeface="Arial" panose="020B0604020202020204" pitchFamily="34" charset="0"/>
              <a:buChar char="○"/>
              <a:defRPr sz="1200" kern="1200">
                <a:solidFill>
                  <a:schemeClr val="dk1"/>
                </a:solidFill>
                <a:latin typeface="+mn-lt"/>
                <a:ea typeface="+mn-ea"/>
                <a:cs typeface="+mn-cs"/>
              </a:defRPr>
            </a:lvl2pPr>
            <a:lvl3pPr marL="1371600" lvl="2" indent="-304800" algn="l" defTabSz="685800" rtl="0" eaLnBrk="1" latinLnBrk="0" hangingPunct="1">
              <a:lnSpc>
                <a:spcPct val="90000"/>
              </a:lnSpc>
              <a:spcBef>
                <a:spcPts val="0"/>
              </a:spcBef>
              <a:spcAft>
                <a:spcPts val="0"/>
              </a:spcAft>
              <a:buClr>
                <a:schemeClr val="dk1"/>
              </a:buClr>
              <a:buSzPts val="1200"/>
              <a:buFont typeface="Arial" panose="020B0604020202020204" pitchFamily="34" charset="0"/>
              <a:buChar char="■"/>
              <a:defRPr sz="1200" kern="1200">
                <a:solidFill>
                  <a:schemeClr val="dk1"/>
                </a:solidFill>
                <a:latin typeface="+mn-lt"/>
                <a:ea typeface="+mn-ea"/>
                <a:cs typeface="+mn-cs"/>
              </a:defRPr>
            </a:lvl3pPr>
            <a:lvl4pPr marL="1828800" lvl="3" indent="-304800" algn="l" defTabSz="685800" rtl="0" eaLnBrk="1" latinLnBrk="0" hangingPunct="1">
              <a:lnSpc>
                <a:spcPct val="90000"/>
              </a:lnSpc>
              <a:spcBef>
                <a:spcPts val="0"/>
              </a:spcBef>
              <a:spcAft>
                <a:spcPts val="0"/>
              </a:spcAft>
              <a:buClr>
                <a:schemeClr val="dk1"/>
              </a:buClr>
              <a:buSzPts val="1200"/>
              <a:buFont typeface="Arial" panose="020B0604020202020204" pitchFamily="34" charset="0"/>
              <a:buChar char="●"/>
              <a:defRPr sz="1200" kern="1200">
                <a:solidFill>
                  <a:schemeClr val="dk1"/>
                </a:solidFill>
                <a:latin typeface="+mn-lt"/>
                <a:ea typeface="+mn-ea"/>
                <a:cs typeface="+mn-cs"/>
              </a:defRPr>
            </a:lvl4pPr>
            <a:lvl5pPr marL="2286000" lvl="4" indent="-304800" algn="l" defTabSz="685800" rtl="0" eaLnBrk="1" latinLnBrk="0" hangingPunct="1">
              <a:lnSpc>
                <a:spcPct val="90000"/>
              </a:lnSpc>
              <a:spcBef>
                <a:spcPts val="0"/>
              </a:spcBef>
              <a:spcAft>
                <a:spcPts val="0"/>
              </a:spcAft>
              <a:buClr>
                <a:schemeClr val="dk1"/>
              </a:buClr>
              <a:buSzPts val="1200"/>
              <a:buFont typeface="Arial" panose="020B0604020202020204" pitchFamily="34" charset="0"/>
              <a:buChar char="○"/>
              <a:defRPr sz="1200" kern="1200">
                <a:solidFill>
                  <a:schemeClr val="dk1"/>
                </a:solidFill>
                <a:latin typeface="+mn-lt"/>
                <a:ea typeface="+mn-ea"/>
                <a:cs typeface="+mn-cs"/>
              </a:defRPr>
            </a:lvl5pPr>
            <a:lvl6pPr marL="2743200" lvl="5" indent="-304800" algn="l" defTabSz="685800" rtl="0" eaLnBrk="1" latinLnBrk="0" hangingPunct="1">
              <a:lnSpc>
                <a:spcPct val="90000"/>
              </a:lnSpc>
              <a:spcBef>
                <a:spcPts val="0"/>
              </a:spcBef>
              <a:spcAft>
                <a:spcPts val="0"/>
              </a:spcAft>
              <a:buClr>
                <a:schemeClr val="dk1"/>
              </a:buClr>
              <a:buSzPts val="1200"/>
              <a:buFont typeface="Arial" panose="020B0604020202020204" pitchFamily="34" charset="0"/>
              <a:buChar char="■"/>
              <a:defRPr sz="1200" kern="1200">
                <a:solidFill>
                  <a:schemeClr val="dk1"/>
                </a:solidFill>
                <a:latin typeface="+mn-lt"/>
                <a:ea typeface="+mn-ea"/>
                <a:cs typeface="+mn-cs"/>
              </a:defRPr>
            </a:lvl6pPr>
            <a:lvl7pPr marL="3200400" lvl="6" indent="-304800" algn="l" defTabSz="685800" rtl="0" eaLnBrk="1" latinLnBrk="0" hangingPunct="1">
              <a:lnSpc>
                <a:spcPct val="90000"/>
              </a:lnSpc>
              <a:spcBef>
                <a:spcPts val="0"/>
              </a:spcBef>
              <a:spcAft>
                <a:spcPts val="0"/>
              </a:spcAft>
              <a:buClr>
                <a:schemeClr val="dk1"/>
              </a:buClr>
              <a:buSzPts val="1200"/>
              <a:buFont typeface="Arial" panose="020B0604020202020204" pitchFamily="34" charset="0"/>
              <a:buChar char="●"/>
              <a:defRPr sz="1200" kern="1200">
                <a:solidFill>
                  <a:schemeClr val="dk1"/>
                </a:solidFill>
                <a:latin typeface="+mn-lt"/>
                <a:ea typeface="+mn-ea"/>
                <a:cs typeface="+mn-cs"/>
              </a:defRPr>
            </a:lvl7pPr>
            <a:lvl8pPr marL="3657600" lvl="7" indent="-304800" algn="l" defTabSz="685800" rtl="0" eaLnBrk="1" latinLnBrk="0" hangingPunct="1">
              <a:lnSpc>
                <a:spcPct val="90000"/>
              </a:lnSpc>
              <a:spcBef>
                <a:spcPts val="0"/>
              </a:spcBef>
              <a:spcAft>
                <a:spcPts val="0"/>
              </a:spcAft>
              <a:buClr>
                <a:schemeClr val="dk1"/>
              </a:buClr>
              <a:buSzPts val="1200"/>
              <a:buFont typeface="Arial" panose="020B0604020202020204" pitchFamily="34" charset="0"/>
              <a:buChar char="○"/>
              <a:defRPr sz="1200" kern="1200">
                <a:solidFill>
                  <a:schemeClr val="dk1"/>
                </a:solidFill>
                <a:latin typeface="+mn-lt"/>
                <a:ea typeface="+mn-ea"/>
                <a:cs typeface="+mn-cs"/>
              </a:defRPr>
            </a:lvl8pPr>
            <a:lvl9pPr marL="4114800" lvl="8" indent="-304800" algn="l" defTabSz="685800" rtl="0" eaLnBrk="1" latinLnBrk="0" hangingPunct="1">
              <a:lnSpc>
                <a:spcPct val="90000"/>
              </a:lnSpc>
              <a:spcBef>
                <a:spcPts val="0"/>
              </a:spcBef>
              <a:spcAft>
                <a:spcPts val="0"/>
              </a:spcAft>
              <a:buClr>
                <a:schemeClr val="dk1"/>
              </a:buClr>
              <a:buSzPts val="1200"/>
              <a:buFont typeface="Arial" panose="020B0604020202020204" pitchFamily="34" charset="0"/>
              <a:buChar char="■"/>
              <a:defRPr sz="1200" kern="1200">
                <a:solidFill>
                  <a:schemeClr val="dk1"/>
                </a:solidFill>
                <a:latin typeface="+mn-lt"/>
                <a:ea typeface="+mn-ea"/>
                <a:cs typeface="+mn-cs"/>
              </a:defRPr>
            </a:lvl9pPr>
          </a:lstStyle>
          <a:p>
            <a:pPr marL="127000" indent="0">
              <a:buNone/>
            </a:pPr>
            <a:r>
              <a:rPr lang="en-US" sz="2500" dirty="0">
                <a:solidFill>
                  <a:srgbClr val="FF0000"/>
                </a:solidFill>
              </a:rPr>
              <a:t>MLAM better captures acculturation and explains Latino political behavior, critical for accurate political representation</a:t>
            </a:r>
          </a:p>
        </p:txBody>
      </p:sp>
    </p:spTree>
    <p:extLst>
      <p:ext uri="{BB962C8B-B14F-4D97-AF65-F5344CB8AC3E}">
        <p14:creationId xmlns:p14="http://schemas.microsoft.com/office/powerpoint/2010/main" val="184939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 calcmode="lin" valueType="num">
                                      <p:cBhvr additive="base">
                                        <p:cTn id="19"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7"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1000"/>
                                        <p:tgtEl>
                                          <p:spTgt spid="6"/>
                                        </p:tgtEl>
                                      </p:cBhvr>
                                    </p:animEffect>
                                    <p:anim calcmode="lin" valueType="num">
                                      <p:cBhvr>
                                        <p:cTn id="26" dur="1000" fill="hold"/>
                                        <p:tgtEl>
                                          <p:spTgt spid="6"/>
                                        </p:tgtEl>
                                        <p:attrNameLst>
                                          <p:attrName>ppt_x</p:attrName>
                                        </p:attrNameLst>
                                      </p:cBhvr>
                                      <p:tavLst>
                                        <p:tav tm="0">
                                          <p:val>
                                            <p:strVal val="#ppt_x"/>
                                          </p:val>
                                        </p:tav>
                                        <p:tav tm="100000">
                                          <p:val>
                                            <p:strVal val="#ppt_x"/>
                                          </p:val>
                                        </p:tav>
                                      </p:tavLst>
                                    </p:anim>
                                    <p:anim calcmode="lin" valueType="num">
                                      <p:cBhvr>
                                        <p:cTn id="27" dur="900" decel="100000" fill="hold"/>
                                        <p:tgtEl>
                                          <p:spTgt spid="6"/>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build="p"/>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B5B72879-CF5D-B2CF-6D5E-DA9E78049ED6}"/>
              </a:ext>
            </a:extLst>
          </p:cNvPr>
          <p:cNvSpPr txBox="1">
            <a:spLocks/>
          </p:cNvSpPr>
          <p:nvPr/>
        </p:nvSpPr>
        <p:spPr>
          <a:xfrm>
            <a:off x="2415886" y="1172259"/>
            <a:ext cx="4312227" cy="1030614"/>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3600" b="1" dirty="0">
                <a:solidFill>
                  <a:schemeClr val="accent2">
                    <a:lumMod val="75000"/>
                  </a:schemeClr>
                </a:solidFill>
              </a:rPr>
              <a:t>Thank You!</a:t>
            </a:r>
          </a:p>
          <a:p>
            <a:pPr marL="0" indent="0" algn="r">
              <a:buNone/>
            </a:pPr>
            <a:r>
              <a:rPr lang="en-US" sz="1400" dirty="0">
                <a:solidFill>
                  <a:schemeClr val="accent2">
                    <a:lumMod val="75000"/>
                  </a:schemeClr>
                </a:solidFill>
              </a:rPr>
              <a:t>- Jessala A. Grijalva </a:t>
            </a:r>
          </a:p>
        </p:txBody>
      </p:sp>
    </p:spTree>
    <p:extLst>
      <p:ext uri="{BB962C8B-B14F-4D97-AF65-F5344CB8AC3E}">
        <p14:creationId xmlns:p14="http://schemas.microsoft.com/office/powerpoint/2010/main" val="2496281880"/>
      </p:ext>
    </p:extLst>
  </p:cSld>
  <p:clrMapOvr>
    <a:masterClrMapping/>
  </p:clrMapOvr>
</p:sld>
</file>

<file path=ppt/theme/theme1.xml><?xml version="1.0" encoding="utf-8"?>
<a:theme xmlns:a="http://schemas.openxmlformats.org/drawingml/2006/main" name="Office Theme">
  <a:themeElements>
    <a:clrScheme name="Notre Dame">
      <a:dk1>
        <a:srgbClr val="0C2340"/>
      </a:dk1>
      <a:lt1>
        <a:srgbClr val="FFFFFF"/>
      </a:lt1>
      <a:dk2>
        <a:srgbClr val="AE9141"/>
      </a:dk2>
      <a:lt2>
        <a:srgbClr val="EFE9D9"/>
      </a:lt2>
      <a:accent1>
        <a:srgbClr val="143865"/>
      </a:accent1>
      <a:accent2>
        <a:srgbClr val="AE9141"/>
      </a:accent2>
      <a:accent3>
        <a:srgbClr val="0A833C"/>
      </a:accent3>
      <a:accent4>
        <a:srgbClr val="1C4F8F"/>
      </a:accent4>
      <a:accent5>
        <a:srgbClr val="C1CDDD"/>
      </a:accent5>
      <a:accent6>
        <a:srgbClr val="B3DAC5"/>
      </a:accent6>
      <a:hlink>
        <a:srgbClr val="8C7534"/>
      </a:hlink>
      <a:folHlink>
        <a:srgbClr val="1C4F8F"/>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187</TotalTime>
  <Words>251</Words>
  <Application>Microsoft Macintosh PowerPoint</Application>
  <PresentationFormat>Custom</PresentationFormat>
  <Paragraphs>27</Paragraphs>
  <Slides>10</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Georgia</vt:lpstr>
      <vt:lpstr>Office Theme</vt:lpstr>
      <vt:lpstr>Navigating Cross-Pressures: How Acculturation Shapes Latino Political Behavior </vt:lpstr>
      <vt:lpstr>The new mestiza copes by developing a tolerance for contradictions, a tolerance for ambiguity... Not only does she sustain contradictions, she turns the ambivalence into something else.  - Gloria Anzaldúa, 1987, p. 79)</vt:lpstr>
      <vt:lpstr>Cultural Retention                                                 Assimilation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Becky Rogers</dc:creator>
  <cp:lastModifiedBy>Jessala Grijalva</cp:lastModifiedBy>
  <cp:revision>3</cp:revision>
  <dcterms:created xsi:type="dcterms:W3CDTF">2024-10-11T14:50:24Z</dcterms:created>
  <dcterms:modified xsi:type="dcterms:W3CDTF">2025-03-31T18:36:36Z</dcterms:modified>
</cp:coreProperties>
</file>